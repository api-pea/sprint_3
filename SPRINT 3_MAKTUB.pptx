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2"/>
    <p:sldMasterId id="2147483667" r:id="rId13"/>
  </p:sldMasterIdLst>
  <p:notesMasterIdLst>
    <p:notesMasterId r:id="rId26"/>
  </p:notesMasterIdLst>
  <p:sldIdLst>
    <p:sldId id="256" r:id="rId14"/>
    <p:sldId id="257" r:id="rId15"/>
    <p:sldId id="259" r:id="rId16"/>
    <p:sldId id="261" r:id="rId17"/>
    <p:sldId id="262" r:id="rId18"/>
    <p:sldId id="266" r:id="rId19"/>
    <p:sldId id="267" r:id="rId20"/>
    <p:sldId id="268" r:id="rId21"/>
    <p:sldId id="263" r:id="rId22"/>
    <p:sldId id="264" r:id="rId23"/>
    <p:sldId id="265" r:id="rId24"/>
    <p:sldId id="260" r:id="rId25"/>
  </p:sldIdLst>
  <p:sldSz cx="12192000" cy="6858000"/>
  <p:notesSz cx="6858000" cy="9144000"/>
  <p:custDataLst>
    <p:custData r:id="rId9"/>
    <p:custData r:id="rId7"/>
    <p:custData r:id="rId6"/>
    <p:custData r:id="rId1"/>
    <p:custData r:id="rId2"/>
    <p:custData r:id="rId4"/>
    <p:custData r:id="rId10"/>
    <p:custData r:id="rId11"/>
    <p:custData r:id="rId3"/>
    <p:custData r:id="rId8"/>
    <p:custData r:id="rId5"/>
  </p:custDataLst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4" d="100"/>
          <a:sy n="64" d="100"/>
        </p:scale>
        <p:origin x="954" y="78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Master" Target="slideMasters/slideMaster2.xml"/><Relationship Id="rId18" Type="http://schemas.openxmlformats.org/officeDocument/2006/relationships/slide" Target="slides/slide5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8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1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11.xml"/><Relationship Id="rId5" Type="http://schemas.openxmlformats.org/officeDocument/2006/relationships/customXml" Target="../customXml/item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slide" Target="slides/slide6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17654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5725506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AAAF045-FEF6-43EA-9CDC-C84FC3F85E9C}" type="datetimeFigureOut">
              <a:rPr lang="en-US"/>
              <a:t>11/18/2025</a:t>
            </a:fld>
            <a:endParaRPr lang="en-US"/>
          </a:p>
        </p:txBody>
      </p:sp>
      <p:sp>
        <p:nvSpPr>
          <p:cNvPr id="1384311131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8707183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4751701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261179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52F1279-6CE4-4169-83D3-4483097B6907}" type="slidenum">
              <a:rPr lang="en-US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606425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pt-BR"/>
          </a:p>
        </p:txBody>
      </p:sp>
      <p:sp>
        <p:nvSpPr>
          <p:cNvPr id="1077535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834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CD889A-1B79-6F79-2630-2C7FA779C0D3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24826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pt-BR"/>
          </a:p>
        </p:txBody>
      </p:sp>
      <p:sp>
        <p:nvSpPr>
          <p:cNvPr id="1855802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596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EB54B6-9911-568E-13A0-46FA8922F78D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090955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9169346" name="Espaço reservado para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>
              <a:latin typeface="Arial"/>
              <a:cs typeface="Arial"/>
            </a:endParaRPr>
          </a:p>
        </p:txBody>
      </p:sp>
      <p:sp>
        <p:nvSpPr>
          <p:cNvPr id="1384504023" name="Marcador de Posição do Número do Diapositivo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D1B870-F229-52FC-C776-89559B3541BF}" type="slidenum">
              <a:rPr lang="pt-BR"/>
              <a:t>3</a:t>
            </a:fld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606033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3261123" name="Espaço reservado para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>
              <a:latin typeface="Arial"/>
              <a:cs typeface="Arial"/>
            </a:endParaRPr>
          </a:p>
        </p:txBody>
      </p:sp>
      <p:sp>
        <p:nvSpPr>
          <p:cNvPr id="1559502143" name="Marcador de Posição do Número do Diapositivo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1D97A6-B413-721C-8F2A-5309FBA78760}" type="slidenum">
              <a:rPr lang="pt-BR"/>
              <a:t>4</a:t>
            </a:fld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790119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1869368" name="Espaço reservado para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>
              <a:latin typeface="Arial"/>
              <a:cs typeface="Arial"/>
            </a:endParaRPr>
          </a:p>
        </p:txBody>
      </p:sp>
      <p:sp>
        <p:nvSpPr>
          <p:cNvPr id="552785824" name="Marcador de Posição do Número do Diapositivo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844233-3D19-3148-1E67-D1C643D7CDE9}" type="slidenum">
              <a:rPr lang="pt-BR"/>
              <a:t>5</a:t>
            </a:fld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0E13B-3688-20A7-2101-A0838348D60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382503" name="Slide Image Placeholder 1">
            <a:extLst>
              <a:ext uri="{FF2B5EF4-FFF2-40B4-BE49-F238E27FC236}">
                <a16:creationId xmlns:a16="http://schemas.microsoft.com/office/drawing/2014/main" id="{29C302E5-75C1-AD2E-8B31-4B5873162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15424530" name="Notes Placeholder 2">
            <a:extLst>
              <a:ext uri="{FF2B5EF4-FFF2-40B4-BE49-F238E27FC236}">
                <a16:creationId xmlns:a16="http://schemas.microsoft.com/office/drawing/2014/main" id="{0D367989-C0F9-1286-CBDF-A61BA8BEB5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16634" name="Slide Number Placeholder 3">
            <a:extLst>
              <a:ext uri="{FF2B5EF4-FFF2-40B4-BE49-F238E27FC236}">
                <a16:creationId xmlns:a16="http://schemas.microsoft.com/office/drawing/2014/main" id="{58D8C28B-B5C8-8882-5A8F-21616B37DD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FD3A11-D42F-1DA9-26F6-454DEE25B6F3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9563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695FF-EC1E-BA8C-568E-96467D44682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123087" name="Slide Image Placeholder 1">
            <a:extLst>
              <a:ext uri="{FF2B5EF4-FFF2-40B4-BE49-F238E27FC236}">
                <a16:creationId xmlns:a16="http://schemas.microsoft.com/office/drawing/2014/main" id="{ED477B9D-B7E5-C422-679E-84B6CB130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50237359" name="Notes Placeholder 2">
            <a:extLst>
              <a:ext uri="{FF2B5EF4-FFF2-40B4-BE49-F238E27FC236}">
                <a16:creationId xmlns:a16="http://schemas.microsoft.com/office/drawing/2014/main" id="{AB96EB33-0902-CAA3-F95F-7A471978E7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3467283" name="Slide Number Placeholder 3">
            <a:extLst>
              <a:ext uri="{FF2B5EF4-FFF2-40B4-BE49-F238E27FC236}">
                <a16:creationId xmlns:a16="http://schemas.microsoft.com/office/drawing/2014/main" id="{C5903FF2-61A6-7675-91FB-E00AF9BF3E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A7C3C6-B67D-71E6-8331-7C57DFB26B76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7338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71A46-1A48-96DA-C726-E25531A5A26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15274" name="Slide Image Placeholder 1">
            <a:extLst>
              <a:ext uri="{FF2B5EF4-FFF2-40B4-BE49-F238E27FC236}">
                <a16:creationId xmlns:a16="http://schemas.microsoft.com/office/drawing/2014/main" id="{A2048CA3-492B-7BD7-FE39-AA0CA3D98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01055864" name="Notes Placeholder 2">
            <a:extLst>
              <a:ext uri="{FF2B5EF4-FFF2-40B4-BE49-F238E27FC236}">
                <a16:creationId xmlns:a16="http://schemas.microsoft.com/office/drawing/2014/main" id="{E22C08F1-3E0F-B927-D1A0-B39C6EA417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6940434" name="Slide Number Placeholder 3">
            <a:extLst>
              <a:ext uri="{FF2B5EF4-FFF2-40B4-BE49-F238E27FC236}">
                <a16:creationId xmlns:a16="http://schemas.microsoft.com/office/drawing/2014/main" id="{C47A2158-1466-9197-487F-051AB82CB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41DD44-5941-3ED2-5188-BF098FA5C713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2672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38250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15424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166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FD3A11-D42F-1DA9-26F6-454DEE25B6F3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12308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50237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346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A7C3C6-B67D-71E6-8331-7C57DFB26B76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1527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010558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6940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41DD44-5941-3ED2-5188-BF098FA5C713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606033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3261123" name="Espaço reservado para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>
              <a:latin typeface="Arial"/>
              <a:cs typeface="Arial"/>
            </a:endParaRPr>
          </a:p>
        </p:txBody>
      </p:sp>
      <p:sp>
        <p:nvSpPr>
          <p:cNvPr id="1559502143" name="Marcador de Posição do Número do Diapositivo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1D97A6-B413-721C-8F2A-5309FBA78760}" type="slidenum">
              <a:rPr lang="pt-BR"/>
              <a:t>12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ntents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703870" name="Text Placeholder 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BASIC LAYOUT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Contents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Agenda slide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Taam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377761" name="Rectangle 1"/>
          <p:cNvSpPr/>
          <p:nvPr userDrawn="1"/>
        </p:nvSpPr>
        <p:spPr bwMode="auto">
          <a:xfrm>
            <a:off x="0" y="0"/>
            <a:ext cx="43218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51977075" name="Picture Placeholder 2"/>
          <p:cNvSpPr>
            <a:spLocks noGrp="1"/>
          </p:cNvSpPr>
          <p:nvPr>
            <p:ph type="pic" idx="12" hasCustomPrompt="1"/>
          </p:nvPr>
        </p:nvSpPr>
        <p:spPr bwMode="auto">
          <a:xfrm>
            <a:off x="3197030" y="414070"/>
            <a:ext cx="2249607" cy="17802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Your Picture Here</a:t>
            </a:r>
            <a:endParaRPr lang="ko-KR"/>
          </a:p>
        </p:txBody>
      </p:sp>
      <p:sp>
        <p:nvSpPr>
          <p:cNvPr id="1577332029" name="Picture Placeholder 2"/>
          <p:cNvSpPr>
            <a:spLocks noGrp="1"/>
          </p:cNvSpPr>
          <p:nvPr>
            <p:ph type="pic" idx="13" hasCustomPrompt="1"/>
          </p:nvPr>
        </p:nvSpPr>
        <p:spPr bwMode="auto">
          <a:xfrm>
            <a:off x="3197030" y="2548389"/>
            <a:ext cx="2249607" cy="17802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Your Picture Here</a:t>
            </a:r>
            <a:endParaRPr lang="ko-KR"/>
          </a:p>
        </p:txBody>
      </p:sp>
      <p:sp>
        <p:nvSpPr>
          <p:cNvPr id="253727495" name="Picture Placeholder 2"/>
          <p:cNvSpPr>
            <a:spLocks noGrp="1"/>
          </p:cNvSpPr>
          <p:nvPr>
            <p:ph type="pic" idx="14" hasCustomPrompt="1"/>
          </p:nvPr>
        </p:nvSpPr>
        <p:spPr bwMode="auto">
          <a:xfrm>
            <a:off x="3197030" y="4682707"/>
            <a:ext cx="2249607" cy="17802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Your Picture Here</a:t>
            </a:r>
            <a:endParaRPr 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Contents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382225" name="Freeform: Shape 7"/>
          <p:cNvSpPr>
            <a:spLocks noGrp="1"/>
          </p:cNvSpPr>
          <p:nvPr>
            <p:ph type="pic" idx="12" hasCustomPrompt="1"/>
          </p:nvPr>
        </p:nvSpPr>
        <p:spPr bwMode="auto">
          <a:xfrm>
            <a:off x="4535992" y="0"/>
            <a:ext cx="7656008" cy="6871547"/>
          </a:xfrm>
          <a:custGeom>
            <a:avLst/>
            <a:gdLst>
              <a:gd name="connsiteX0" fmla="*/ 7099553 w 7656008"/>
              <a:gd name="connsiteY0" fmla="*/ 1 h 6871547"/>
              <a:gd name="connsiteX1" fmla="*/ 7656008 w 7656008"/>
              <a:gd name="connsiteY1" fmla="*/ 1 h 6871547"/>
              <a:gd name="connsiteX2" fmla="*/ 7656008 w 7656008"/>
              <a:gd name="connsiteY2" fmla="*/ 6858001 h 6871547"/>
              <a:gd name="connsiteX3" fmla="*/ 7090045 w 7656008"/>
              <a:gd name="connsiteY3" fmla="*/ 6858001 h 6871547"/>
              <a:gd name="connsiteX4" fmla="*/ 3665798 w 7656008"/>
              <a:gd name="connsiteY4" fmla="*/ 3433756 h 6871547"/>
              <a:gd name="connsiteX5" fmla="*/ 3440540 w 7656008"/>
              <a:gd name="connsiteY5" fmla="*/ 0 h 6871547"/>
              <a:gd name="connsiteX6" fmla="*/ 6881081 w 7656008"/>
              <a:gd name="connsiteY6" fmla="*/ 0 h 6871547"/>
              <a:gd name="connsiteX7" fmla="*/ 3440540 w 7656008"/>
              <a:gd name="connsiteY7" fmla="*/ 3440541 h 6871547"/>
              <a:gd name="connsiteX8" fmla="*/ 6871547 w 7656008"/>
              <a:gd name="connsiteY8" fmla="*/ 6871547 h 6871547"/>
              <a:gd name="connsiteX9" fmla="*/ 3431006 w 7656008"/>
              <a:gd name="connsiteY9" fmla="*/ 6871547 h 6871547"/>
              <a:gd name="connsiteX10" fmla="*/ 0 w 7656008"/>
              <a:gd name="connsiteY10" fmla="*/ 3440541 h 6871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56008" h="6871547" extrusionOk="0">
                <a:moveTo>
                  <a:pt x="7099553" y="1"/>
                </a:moveTo>
                <a:lnTo>
                  <a:pt x="7656008" y="1"/>
                </a:lnTo>
                <a:lnTo>
                  <a:pt x="7656008" y="6858001"/>
                </a:lnTo>
                <a:lnTo>
                  <a:pt x="7090045" y="6858001"/>
                </a:lnTo>
                <a:lnTo>
                  <a:pt x="3665798" y="3433756"/>
                </a:lnTo>
                <a:close/>
                <a:moveTo>
                  <a:pt x="3440540" y="0"/>
                </a:moveTo>
                <a:lnTo>
                  <a:pt x="6881081" y="0"/>
                </a:lnTo>
                <a:lnTo>
                  <a:pt x="3440540" y="3440541"/>
                </a:lnTo>
                <a:lnTo>
                  <a:pt x="6871547" y="6871547"/>
                </a:lnTo>
                <a:lnTo>
                  <a:pt x="3431006" y="6871547"/>
                </a:lnTo>
                <a:lnTo>
                  <a:pt x="0" y="344054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Your Picture Here</a:t>
            </a:r>
            <a:endParaRPr 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6_Contents slide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Contents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05671814" name="Group 1"/>
          <p:cNvGrpSpPr/>
          <p:nvPr userDrawn="1"/>
        </p:nvGrpSpPr>
        <p:grpSpPr bwMode="auto">
          <a:xfrm>
            <a:off x="4196676" y="1650757"/>
            <a:ext cx="3798649" cy="2992952"/>
            <a:chOff x="2862987" y="1731312"/>
            <a:chExt cx="3418025" cy="2693057"/>
          </a:xfrm>
        </p:grpSpPr>
        <p:grpSp>
          <p:nvGrpSpPr>
            <p:cNvPr id="3" name="Group 2"/>
            <p:cNvGrpSpPr/>
            <p:nvPr/>
          </p:nvGrpSpPr>
          <p:grpSpPr bwMode="auto">
            <a:xfrm>
              <a:off x="4863456" y="1894632"/>
              <a:ext cx="1417556" cy="2448506"/>
              <a:chOff x="4863456" y="1894632"/>
              <a:chExt cx="1417556" cy="2448506"/>
            </a:xfrm>
          </p:grpSpPr>
          <p:sp>
            <p:nvSpPr>
              <p:cNvPr id="18" name="Rounded Rectangle 21"/>
              <p:cNvSpPr/>
              <p:nvPr userDrawn="1"/>
            </p:nvSpPr>
            <p:spPr bwMode="auto">
              <a:xfrm>
                <a:off x="4863456" y="1894632"/>
                <a:ext cx="1417556" cy="2448506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  <p:sp>
            <p:nvSpPr>
              <p:cNvPr id="19" name="Rectangle 18"/>
              <p:cNvSpPr/>
              <p:nvPr userDrawn="1"/>
            </p:nvSpPr>
            <p:spPr bwMode="auto">
              <a:xfrm>
                <a:off x="5479028" y="2000031"/>
                <a:ext cx="186408" cy="36001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  <p:grpSp>
            <p:nvGrpSpPr>
              <p:cNvPr id="20" name="Group 19"/>
              <p:cNvGrpSpPr/>
              <p:nvPr userDrawn="1"/>
            </p:nvGrpSpPr>
            <p:grpSpPr bwMode="auto">
              <a:xfrm>
                <a:off x="5503568" y="4128564"/>
                <a:ext cx="137331" cy="151064"/>
                <a:chOff x="2453209" y="5151638"/>
                <a:chExt cx="191820" cy="211002"/>
              </a:xfrm>
            </p:grpSpPr>
            <p:sp>
              <p:nvSpPr>
                <p:cNvPr id="22" name="Oval 21"/>
                <p:cNvSpPr/>
                <p:nvPr userDrawn="1"/>
              </p:nvSpPr>
              <p:spPr bwMode="auto">
                <a:xfrm>
                  <a:off x="2453209" y="5151638"/>
                  <a:ext cx="191820" cy="211002"/>
                </a:xfrm>
                <a:prstGeom prst="ellipse">
                  <a:avLst/>
                </a:prstGeom>
                <a:gradFill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</a:gradFill>
                <a:ln w="0">
                  <a:solidFill>
                    <a:srgbClr val="2626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sz="2700"/>
                </a:p>
              </p:txBody>
            </p:sp>
            <p:sp>
              <p:nvSpPr>
                <p:cNvPr id="23" name="Rounded Rectangle 35"/>
                <p:cNvSpPr/>
                <p:nvPr userDrawn="1"/>
              </p:nvSpPr>
              <p:spPr bwMode="auto">
                <a:xfrm>
                  <a:off x="2505251" y="5208531"/>
                  <a:ext cx="87734" cy="9721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sz="2700"/>
                </a:p>
              </p:txBody>
            </p:sp>
          </p:grpSp>
          <p:sp>
            <p:nvSpPr>
              <p:cNvPr id="21" name="Rectangle 20"/>
              <p:cNvSpPr/>
              <p:nvPr/>
            </p:nvSpPr>
            <p:spPr bwMode="auto">
              <a:xfrm>
                <a:off x="5361788" y="2104137"/>
                <a:ext cx="839496" cy="196777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</p:grpSp>
        <p:grpSp>
          <p:nvGrpSpPr>
            <p:cNvPr id="4" name="Group 3"/>
            <p:cNvGrpSpPr/>
            <p:nvPr/>
          </p:nvGrpSpPr>
          <p:grpSpPr bwMode="auto">
            <a:xfrm>
              <a:off x="2862987" y="1894632"/>
              <a:ext cx="1417556" cy="2448506"/>
              <a:chOff x="2862987" y="1894632"/>
              <a:chExt cx="1417556" cy="2448506"/>
            </a:xfrm>
          </p:grpSpPr>
          <p:sp>
            <p:nvSpPr>
              <p:cNvPr id="12" name="Rounded Rectangle 24"/>
              <p:cNvSpPr/>
              <p:nvPr userDrawn="1"/>
            </p:nvSpPr>
            <p:spPr bwMode="auto">
              <a:xfrm>
                <a:off x="2862987" y="1894632"/>
                <a:ext cx="1417556" cy="2448506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  <p:sp>
            <p:nvSpPr>
              <p:cNvPr id="13" name="Rectangle 12"/>
              <p:cNvSpPr/>
              <p:nvPr userDrawn="1"/>
            </p:nvSpPr>
            <p:spPr bwMode="auto">
              <a:xfrm>
                <a:off x="3478559" y="2015923"/>
                <a:ext cx="186408" cy="36001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  <p:grpSp>
            <p:nvGrpSpPr>
              <p:cNvPr id="14" name="Group 13"/>
              <p:cNvGrpSpPr/>
              <p:nvPr userDrawn="1"/>
            </p:nvGrpSpPr>
            <p:grpSpPr bwMode="auto">
              <a:xfrm>
                <a:off x="3503098" y="4128565"/>
                <a:ext cx="137331" cy="151064"/>
                <a:chOff x="2453209" y="5151638"/>
                <a:chExt cx="191820" cy="211002"/>
              </a:xfrm>
            </p:grpSpPr>
            <p:sp>
              <p:nvSpPr>
                <p:cNvPr id="16" name="Oval 15"/>
                <p:cNvSpPr/>
                <p:nvPr userDrawn="1"/>
              </p:nvSpPr>
              <p:spPr bwMode="auto">
                <a:xfrm>
                  <a:off x="2453209" y="5151638"/>
                  <a:ext cx="191820" cy="211002"/>
                </a:xfrm>
                <a:prstGeom prst="ellipse">
                  <a:avLst/>
                </a:prstGeom>
                <a:gradFill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</a:gradFill>
                <a:ln w="0">
                  <a:solidFill>
                    <a:srgbClr val="2626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sz="2700"/>
                </a:p>
              </p:txBody>
            </p:sp>
            <p:sp>
              <p:nvSpPr>
                <p:cNvPr id="17" name="Rounded Rectangle 33"/>
                <p:cNvSpPr/>
                <p:nvPr userDrawn="1"/>
              </p:nvSpPr>
              <p:spPr bwMode="auto">
                <a:xfrm>
                  <a:off x="2505251" y="5208531"/>
                  <a:ext cx="87734" cy="9721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sz="2700"/>
                </a:p>
              </p:txBody>
            </p:sp>
          </p:grpSp>
          <p:sp>
            <p:nvSpPr>
              <p:cNvPr id="15" name="Rectangle 14"/>
              <p:cNvSpPr/>
              <p:nvPr/>
            </p:nvSpPr>
            <p:spPr bwMode="auto">
              <a:xfrm>
                <a:off x="2958987" y="2104137"/>
                <a:ext cx="839496" cy="196777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</p:grpSp>
        <p:grpSp>
          <p:nvGrpSpPr>
            <p:cNvPr id="5" name="Group 4"/>
            <p:cNvGrpSpPr/>
            <p:nvPr/>
          </p:nvGrpSpPr>
          <p:grpSpPr bwMode="auto">
            <a:xfrm>
              <a:off x="3789598" y="1731312"/>
              <a:ext cx="1559139" cy="2693057"/>
              <a:chOff x="3789598" y="1731312"/>
              <a:chExt cx="1559139" cy="2693057"/>
            </a:xfrm>
          </p:grpSpPr>
          <p:sp>
            <p:nvSpPr>
              <p:cNvPr id="6" name="Rounded Rectangle 27"/>
              <p:cNvSpPr/>
              <p:nvPr userDrawn="1"/>
            </p:nvSpPr>
            <p:spPr bwMode="auto">
              <a:xfrm>
                <a:off x="3789598" y="1731312"/>
                <a:ext cx="1559139" cy="2693057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  <p:sp>
            <p:nvSpPr>
              <p:cNvPr id="7" name="Rectangle 6"/>
              <p:cNvSpPr/>
              <p:nvPr userDrawn="1"/>
            </p:nvSpPr>
            <p:spPr bwMode="auto">
              <a:xfrm>
                <a:off x="4475963" y="1858631"/>
                <a:ext cx="186408" cy="36001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  <p:grpSp>
            <p:nvGrpSpPr>
              <p:cNvPr id="8" name="Group 7"/>
              <p:cNvGrpSpPr/>
              <p:nvPr userDrawn="1"/>
            </p:nvGrpSpPr>
            <p:grpSpPr bwMode="auto">
              <a:xfrm>
                <a:off x="4493644" y="4176986"/>
                <a:ext cx="151047" cy="166152"/>
                <a:chOff x="2453209" y="5151638"/>
                <a:chExt cx="191820" cy="211002"/>
              </a:xfrm>
            </p:grpSpPr>
            <p:sp>
              <p:nvSpPr>
                <p:cNvPr id="10" name="Oval 9"/>
                <p:cNvSpPr/>
                <p:nvPr userDrawn="1"/>
              </p:nvSpPr>
              <p:spPr bwMode="auto">
                <a:xfrm>
                  <a:off x="2453209" y="5151638"/>
                  <a:ext cx="191820" cy="211002"/>
                </a:xfrm>
                <a:prstGeom prst="ellipse">
                  <a:avLst/>
                </a:prstGeom>
                <a:gradFill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</a:gradFill>
                <a:ln w="0">
                  <a:solidFill>
                    <a:srgbClr val="26262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sz="2700"/>
                </a:p>
              </p:txBody>
            </p:sp>
            <p:sp>
              <p:nvSpPr>
                <p:cNvPr id="11" name="Rounded Rectangle 31"/>
                <p:cNvSpPr/>
                <p:nvPr userDrawn="1"/>
              </p:nvSpPr>
              <p:spPr bwMode="auto">
                <a:xfrm>
                  <a:off x="2505251" y="5208531"/>
                  <a:ext cx="87734" cy="9721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sz="2700"/>
                </a:p>
              </p:txBody>
            </p:sp>
          </p:grpSp>
          <p:sp>
            <p:nvSpPr>
              <p:cNvPr id="9" name="Rectangle 8"/>
              <p:cNvSpPr/>
              <p:nvPr/>
            </p:nvSpPr>
            <p:spPr bwMode="auto">
              <a:xfrm>
                <a:off x="3888524" y="1953447"/>
                <a:ext cx="1370057" cy="216254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sz="2700"/>
              </a:p>
            </p:txBody>
          </p:sp>
        </p:grpSp>
      </p:grpSp>
      <p:sp>
        <p:nvSpPr>
          <p:cNvPr id="340705779" name="Picture Placeholder 2"/>
          <p:cNvSpPr>
            <a:spLocks noGrp="1"/>
          </p:cNvSpPr>
          <p:nvPr>
            <p:ph type="pic" idx="11" hasCustomPrompt="1"/>
          </p:nvPr>
        </p:nvSpPr>
        <p:spPr bwMode="auto">
          <a:xfrm>
            <a:off x="5328994" y="1897629"/>
            <a:ext cx="1530045" cy="240335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Your Picture Here </a:t>
            </a:r>
            <a:endParaRPr lang="ko-KR"/>
          </a:p>
        </p:txBody>
      </p:sp>
      <p:sp>
        <p:nvSpPr>
          <p:cNvPr id="22395423" name="Picture Placeholder 2"/>
          <p:cNvSpPr>
            <a:spLocks noGrp="1"/>
          </p:cNvSpPr>
          <p:nvPr>
            <p:ph type="pic" idx="12" hasCustomPrompt="1"/>
          </p:nvPr>
        </p:nvSpPr>
        <p:spPr bwMode="auto">
          <a:xfrm>
            <a:off x="4289755" y="2057745"/>
            <a:ext cx="932980" cy="21942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Your Picture Here </a:t>
            </a:r>
            <a:endParaRPr lang="ko-KR"/>
          </a:p>
        </p:txBody>
      </p:sp>
      <p:sp>
        <p:nvSpPr>
          <p:cNvPr id="210088664" name="Picture Placeholder 2"/>
          <p:cNvSpPr>
            <a:spLocks noGrp="1"/>
          </p:cNvSpPr>
          <p:nvPr>
            <p:ph type="pic" idx="13" hasCustomPrompt="1"/>
          </p:nvPr>
        </p:nvSpPr>
        <p:spPr bwMode="auto">
          <a:xfrm>
            <a:off x="6974022" y="2057745"/>
            <a:ext cx="932980" cy="21942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Your Picture Here </a:t>
            </a:r>
            <a:endParaRPr lang="ko-KR"/>
          </a:p>
        </p:txBody>
      </p:sp>
      <p:sp>
        <p:nvSpPr>
          <p:cNvPr id="1269942975" name="Text Placeholder 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BASIC LAYOUT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8_Contents slide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9_Contents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591460" name="Rectangle 1"/>
          <p:cNvSpPr/>
          <p:nvPr userDrawn="1"/>
        </p:nvSpPr>
        <p:spPr bwMode="auto">
          <a:xfrm>
            <a:off x="826852" y="0"/>
            <a:ext cx="4562272" cy="41731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45993467" name="그림 개체 틀 2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2490281" y="3287949"/>
            <a:ext cx="8874868" cy="29223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>
              <a:defRPr/>
            </a:pPr>
            <a:r>
              <a:rPr lang="en-US"/>
              <a:t>Place Your Picture Here And Send To Back</a:t>
            </a:r>
            <a:endParaRPr 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0_Contents slide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1_Contents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903772" name="Picture Placeholder 33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5847486" y="342900"/>
            <a:ext cx="5926499" cy="6172200"/>
          </a:xfrm>
          <a:custGeom>
            <a:avLst/>
            <a:gdLst>
              <a:gd name="connsiteX0" fmla="*/ 1240972 w 5926499"/>
              <a:gd name="connsiteY0" fmla="*/ 0 h 6172200"/>
              <a:gd name="connsiteX1" fmla="*/ 5926499 w 5926499"/>
              <a:gd name="connsiteY1" fmla="*/ 0 h 6172200"/>
              <a:gd name="connsiteX2" fmla="*/ 5926499 w 5926499"/>
              <a:gd name="connsiteY2" fmla="*/ 6172200 h 6172200"/>
              <a:gd name="connsiteX3" fmla="*/ 1240972 w 5926499"/>
              <a:gd name="connsiteY3" fmla="*/ 6172200 h 6172200"/>
              <a:gd name="connsiteX4" fmla="*/ 1240972 w 5926499"/>
              <a:gd name="connsiteY4" fmla="*/ 6015988 h 6172200"/>
              <a:gd name="connsiteX5" fmla="*/ 92399 w 5926499"/>
              <a:gd name="connsiteY5" fmla="*/ 6015988 h 6172200"/>
              <a:gd name="connsiteX6" fmla="*/ 92399 w 5926499"/>
              <a:gd name="connsiteY6" fmla="*/ 5938701 h 6172200"/>
              <a:gd name="connsiteX7" fmla="*/ 1240972 w 5926499"/>
              <a:gd name="connsiteY7" fmla="*/ 5938701 h 6172200"/>
              <a:gd name="connsiteX8" fmla="*/ 1240972 w 5926499"/>
              <a:gd name="connsiteY8" fmla="*/ 5859778 h 6172200"/>
              <a:gd name="connsiteX9" fmla="*/ 497028 w 5926499"/>
              <a:gd name="connsiteY9" fmla="*/ 5859778 h 6172200"/>
              <a:gd name="connsiteX10" fmla="*/ 497028 w 5926499"/>
              <a:gd name="connsiteY10" fmla="*/ 5668190 h 6172200"/>
              <a:gd name="connsiteX11" fmla="*/ 1240972 w 5926499"/>
              <a:gd name="connsiteY11" fmla="*/ 5668190 h 6172200"/>
              <a:gd name="connsiteX12" fmla="*/ 1240972 w 5926499"/>
              <a:gd name="connsiteY12" fmla="*/ 5589267 h 6172200"/>
              <a:gd name="connsiteX13" fmla="*/ 2775704 w 5926499"/>
              <a:gd name="connsiteY13" fmla="*/ 5589267 h 6172200"/>
              <a:gd name="connsiteX14" fmla="*/ 2775704 w 5926499"/>
              <a:gd name="connsiteY14" fmla="*/ 5511980 h 6172200"/>
              <a:gd name="connsiteX15" fmla="*/ 1240972 w 5926499"/>
              <a:gd name="connsiteY15" fmla="*/ 5511980 h 6172200"/>
              <a:gd name="connsiteX16" fmla="*/ 1240972 w 5926499"/>
              <a:gd name="connsiteY16" fmla="*/ 5222694 h 6172200"/>
              <a:gd name="connsiteX17" fmla="*/ 2993421 w 5926499"/>
              <a:gd name="connsiteY17" fmla="*/ 5222694 h 6172200"/>
              <a:gd name="connsiteX18" fmla="*/ 2993421 w 5926499"/>
              <a:gd name="connsiteY18" fmla="*/ 5031107 h 6172200"/>
              <a:gd name="connsiteX19" fmla="*/ 1240972 w 5926499"/>
              <a:gd name="connsiteY19" fmla="*/ 5031107 h 6172200"/>
              <a:gd name="connsiteX20" fmla="*/ 1240972 w 5926499"/>
              <a:gd name="connsiteY20" fmla="*/ 4922382 h 6172200"/>
              <a:gd name="connsiteX21" fmla="*/ 225578 w 5926499"/>
              <a:gd name="connsiteY21" fmla="*/ 4922382 h 6172200"/>
              <a:gd name="connsiteX22" fmla="*/ 225578 w 5926499"/>
              <a:gd name="connsiteY22" fmla="*/ 4845095 h 6172200"/>
              <a:gd name="connsiteX23" fmla="*/ 1240972 w 5926499"/>
              <a:gd name="connsiteY23" fmla="*/ 4845095 h 6172200"/>
              <a:gd name="connsiteX24" fmla="*/ 1240972 w 5926499"/>
              <a:gd name="connsiteY24" fmla="*/ 4721133 h 6172200"/>
              <a:gd name="connsiteX25" fmla="*/ 2181818 w 5926499"/>
              <a:gd name="connsiteY25" fmla="*/ 4721133 h 6172200"/>
              <a:gd name="connsiteX26" fmla="*/ 2181818 w 5926499"/>
              <a:gd name="connsiteY26" fmla="*/ 4655818 h 6172200"/>
              <a:gd name="connsiteX27" fmla="*/ 1240972 w 5926499"/>
              <a:gd name="connsiteY27" fmla="*/ 4655818 h 6172200"/>
              <a:gd name="connsiteX28" fmla="*/ 1240972 w 5926499"/>
              <a:gd name="connsiteY28" fmla="*/ 4516481 h 6172200"/>
              <a:gd name="connsiteX29" fmla="*/ 497028 w 5926499"/>
              <a:gd name="connsiteY29" fmla="*/ 4516481 h 6172200"/>
              <a:gd name="connsiteX30" fmla="*/ 497028 w 5926499"/>
              <a:gd name="connsiteY30" fmla="*/ 4439194 h 6172200"/>
              <a:gd name="connsiteX31" fmla="*/ 1240972 w 5926499"/>
              <a:gd name="connsiteY31" fmla="*/ 4439194 h 6172200"/>
              <a:gd name="connsiteX32" fmla="*/ 1240972 w 5926499"/>
              <a:gd name="connsiteY32" fmla="*/ 4321628 h 6172200"/>
              <a:gd name="connsiteX33" fmla="*/ 2347278 w 5926499"/>
              <a:gd name="connsiteY33" fmla="*/ 4321628 h 6172200"/>
              <a:gd name="connsiteX34" fmla="*/ 2347278 w 5926499"/>
              <a:gd name="connsiteY34" fmla="*/ 4130040 h 6172200"/>
              <a:gd name="connsiteX35" fmla="*/ 1240972 w 5926499"/>
              <a:gd name="connsiteY35" fmla="*/ 4130040 h 6172200"/>
              <a:gd name="connsiteX36" fmla="*/ 1240972 w 5926499"/>
              <a:gd name="connsiteY36" fmla="*/ 3828776 h 6172200"/>
              <a:gd name="connsiteX37" fmla="*/ 2347278 w 5926499"/>
              <a:gd name="connsiteY37" fmla="*/ 3828776 h 6172200"/>
              <a:gd name="connsiteX38" fmla="*/ 2347278 w 5926499"/>
              <a:gd name="connsiteY38" fmla="*/ 3751489 h 6172200"/>
              <a:gd name="connsiteX39" fmla="*/ 1240972 w 5926499"/>
              <a:gd name="connsiteY39" fmla="*/ 3751489 h 6172200"/>
              <a:gd name="connsiteX40" fmla="*/ 1240972 w 5926499"/>
              <a:gd name="connsiteY40" fmla="*/ 3567249 h 6172200"/>
              <a:gd name="connsiteX41" fmla="*/ 544605 w 5926499"/>
              <a:gd name="connsiteY41" fmla="*/ 3567249 h 6172200"/>
              <a:gd name="connsiteX42" fmla="*/ 544605 w 5926499"/>
              <a:gd name="connsiteY42" fmla="*/ 3279866 h 6172200"/>
              <a:gd name="connsiteX43" fmla="*/ 1240972 w 5926499"/>
              <a:gd name="connsiteY43" fmla="*/ 3279866 h 6172200"/>
              <a:gd name="connsiteX44" fmla="*/ 1240972 w 5926499"/>
              <a:gd name="connsiteY44" fmla="*/ 3141069 h 6172200"/>
              <a:gd name="connsiteX45" fmla="*/ 0 w 5926499"/>
              <a:gd name="connsiteY45" fmla="*/ 3141069 h 6172200"/>
              <a:gd name="connsiteX46" fmla="*/ 0 w 5926499"/>
              <a:gd name="connsiteY46" fmla="*/ 3063782 h 6172200"/>
              <a:gd name="connsiteX47" fmla="*/ 1240972 w 5926499"/>
              <a:gd name="connsiteY47" fmla="*/ 3063782 h 6172200"/>
              <a:gd name="connsiteX48" fmla="*/ 1240972 w 5926499"/>
              <a:gd name="connsiteY48" fmla="*/ 2942953 h 6172200"/>
              <a:gd name="connsiteX49" fmla="*/ 343464 w 5926499"/>
              <a:gd name="connsiteY49" fmla="*/ 2942953 h 6172200"/>
              <a:gd name="connsiteX50" fmla="*/ 343464 w 5926499"/>
              <a:gd name="connsiteY50" fmla="*/ 2865666 h 6172200"/>
              <a:gd name="connsiteX51" fmla="*/ 1240972 w 5926499"/>
              <a:gd name="connsiteY51" fmla="*/ 2865666 h 6172200"/>
              <a:gd name="connsiteX52" fmla="*/ 1240972 w 5926499"/>
              <a:gd name="connsiteY52" fmla="*/ 2770414 h 6172200"/>
              <a:gd name="connsiteX53" fmla="*/ 2020709 w 5926499"/>
              <a:gd name="connsiteY53" fmla="*/ 2770414 h 6172200"/>
              <a:gd name="connsiteX54" fmla="*/ 2020709 w 5926499"/>
              <a:gd name="connsiteY54" fmla="*/ 2705099 h 6172200"/>
              <a:gd name="connsiteX55" fmla="*/ 1240972 w 5926499"/>
              <a:gd name="connsiteY55" fmla="*/ 2705099 h 6172200"/>
              <a:gd name="connsiteX56" fmla="*/ 1240972 w 5926499"/>
              <a:gd name="connsiteY56" fmla="*/ 2453364 h 6172200"/>
              <a:gd name="connsiteX57" fmla="*/ 2113162 w 5926499"/>
              <a:gd name="connsiteY57" fmla="*/ 2453364 h 6172200"/>
              <a:gd name="connsiteX58" fmla="*/ 2113162 w 5926499"/>
              <a:gd name="connsiteY58" fmla="*/ 2261777 h 6172200"/>
              <a:gd name="connsiteX59" fmla="*/ 1240972 w 5926499"/>
              <a:gd name="connsiteY59" fmla="*/ 2261777 h 6172200"/>
              <a:gd name="connsiteX60" fmla="*/ 1240972 w 5926499"/>
              <a:gd name="connsiteY60" fmla="*/ 2065018 h 6172200"/>
              <a:gd name="connsiteX61" fmla="*/ 544605 w 5926499"/>
              <a:gd name="connsiteY61" fmla="*/ 2065018 h 6172200"/>
              <a:gd name="connsiteX62" fmla="*/ 544605 w 5926499"/>
              <a:gd name="connsiteY62" fmla="*/ 1999703 h 6172200"/>
              <a:gd name="connsiteX63" fmla="*/ 1240972 w 5926499"/>
              <a:gd name="connsiteY63" fmla="*/ 1999703 h 6172200"/>
              <a:gd name="connsiteX64" fmla="*/ 1240972 w 5926499"/>
              <a:gd name="connsiteY64" fmla="*/ 1794507 h 6172200"/>
              <a:gd name="connsiteX65" fmla="*/ 2587402 w 5926499"/>
              <a:gd name="connsiteY65" fmla="*/ 1794507 h 6172200"/>
              <a:gd name="connsiteX66" fmla="*/ 2587402 w 5926499"/>
              <a:gd name="connsiteY66" fmla="*/ 1717220 h 6172200"/>
              <a:gd name="connsiteX67" fmla="*/ 1240972 w 5926499"/>
              <a:gd name="connsiteY67" fmla="*/ 1717220 h 6172200"/>
              <a:gd name="connsiteX68" fmla="*/ 1240972 w 5926499"/>
              <a:gd name="connsiteY68" fmla="*/ 1582782 h 6172200"/>
              <a:gd name="connsiteX69" fmla="*/ 191589 w 5926499"/>
              <a:gd name="connsiteY69" fmla="*/ 1582782 h 6172200"/>
              <a:gd name="connsiteX70" fmla="*/ 191589 w 5926499"/>
              <a:gd name="connsiteY70" fmla="*/ 1391193 h 6172200"/>
              <a:gd name="connsiteX71" fmla="*/ 1240972 w 5926499"/>
              <a:gd name="connsiteY71" fmla="*/ 1391193 h 6172200"/>
              <a:gd name="connsiteX72" fmla="*/ 1240972 w 5926499"/>
              <a:gd name="connsiteY72" fmla="*/ 1256756 h 6172200"/>
              <a:gd name="connsiteX73" fmla="*/ 2981203 w 5926499"/>
              <a:gd name="connsiteY73" fmla="*/ 1256756 h 6172200"/>
              <a:gd name="connsiteX74" fmla="*/ 2981203 w 5926499"/>
              <a:gd name="connsiteY74" fmla="*/ 1179469 h 6172200"/>
              <a:gd name="connsiteX75" fmla="*/ 1240972 w 5926499"/>
              <a:gd name="connsiteY75" fmla="*/ 1179469 h 6172200"/>
              <a:gd name="connsiteX76" fmla="*/ 1240972 w 5926499"/>
              <a:gd name="connsiteY76" fmla="*/ 1024346 h 6172200"/>
              <a:gd name="connsiteX77" fmla="*/ 2051188 w 5926499"/>
              <a:gd name="connsiteY77" fmla="*/ 1024346 h 6172200"/>
              <a:gd name="connsiteX78" fmla="*/ 2051188 w 5926499"/>
              <a:gd name="connsiteY78" fmla="*/ 828402 h 6172200"/>
              <a:gd name="connsiteX79" fmla="*/ 1240972 w 5926499"/>
              <a:gd name="connsiteY79" fmla="*/ 828402 h 6172200"/>
              <a:gd name="connsiteX80" fmla="*/ 1240972 w 5926499"/>
              <a:gd name="connsiteY80" fmla="*/ 695597 h 6172200"/>
              <a:gd name="connsiteX81" fmla="*/ 579440 w 5926499"/>
              <a:gd name="connsiteY81" fmla="*/ 695597 h 6172200"/>
              <a:gd name="connsiteX82" fmla="*/ 579440 w 5926499"/>
              <a:gd name="connsiteY82" fmla="*/ 504009 h 6172200"/>
              <a:gd name="connsiteX83" fmla="*/ 1240972 w 5926499"/>
              <a:gd name="connsiteY83" fmla="*/ 504009 h 6172200"/>
              <a:gd name="connsiteX84" fmla="*/ 1240972 w 5926499"/>
              <a:gd name="connsiteY84" fmla="*/ 447943 h 6172200"/>
              <a:gd name="connsiteX85" fmla="*/ 977276 w 5926499"/>
              <a:gd name="connsiteY85" fmla="*/ 447943 h 6172200"/>
              <a:gd name="connsiteX86" fmla="*/ 977276 w 5926499"/>
              <a:gd name="connsiteY86" fmla="*/ 370656 h 6172200"/>
              <a:gd name="connsiteX87" fmla="*/ 1240972 w 5926499"/>
              <a:gd name="connsiteY87" fmla="*/ 370656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926499" h="6172200" extrusionOk="0">
                <a:moveTo>
                  <a:pt x="1240972" y="0"/>
                </a:moveTo>
                <a:lnTo>
                  <a:pt x="5926499" y="0"/>
                </a:lnTo>
                <a:lnTo>
                  <a:pt x="5926499" y="6172200"/>
                </a:lnTo>
                <a:lnTo>
                  <a:pt x="1240972" y="6172200"/>
                </a:lnTo>
                <a:lnTo>
                  <a:pt x="1240972" y="6015988"/>
                </a:lnTo>
                <a:lnTo>
                  <a:pt x="92399" y="6015988"/>
                </a:lnTo>
                <a:lnTo>
                  <a:pt x="92399" y="5938701"/>
                </a:lnTo>
                <a:lnTo>
                  <a:pt x="1240972" y="5938701"/>
                </a:lnTo>
                <a:lnTo>
                  <a:pt x="1240972" y="5859778"/>
                </a:lnTo>
                <a:lnTo>
                  <a:pt x="497028" y="5859778"/>
                </a:lnTo>
                <a:lnTo>
                  <a:pt x="497028" y="5668190"/>
                </a:lnTo>
                <a:lnTo>
                  <a:pt x="1240972" y="5668190"/>
                </a:lnTo>
                <a:lnTo>
                  <a:pt x="1240972" y="5589267"/>
                </a:lnTo>
                <a:lnTo>
                  <a:pt x="2775704" y="5589267"/>
                </a:lnTo>
                <a:lnTo>
                  <a:pt x="2775704" y="5511980"/>
                </a:lnTo>
                <a:lnTo>
                  <a:pt x="1240972" y="5511980"/>
                </a:lnTo>
                <a:lnTo>
                  <a:pt x="1240972" y="5222694"/>
                </a:lnTo>
                <a:lnTo>
                  <a:pt x="2993421" y="5222694"/>
                </a:lnTo>
                <a:lnTo>
                  <a:pt x="2993421" y="5031107"/>
                </a:lnTo>
                <a:lnTo>
                  <a:pt x="1240972" y="5031107"/>
                </a:lnTo>
                <a:lnTo>
                  <a:pt x="1240972" y="4922382"/>
                </a:lnTo>
                <a:lnTo>
                  <a:pt x="225578" y="4922382"/>
                </a:lnTo>
                <a:lnTo>
                  <a:pt x="225578" y="4845095"/>
                </a:lnTo>
                <a:lnTo>
                  <a:pt x="1240972" y="4845095"/>
                </a:lnTo>
                <a:lnTo>
                  <a:pt x="1240972" y="4721133"/>
                </a:lnTo>
                <a:lnTo>
                  <a:pt x="2181818" y="4721133"/>
                </a:lnTo>
                <a:lnTo>
                  <a:pt x="2181818" y="4655818"/>
                </a:lnTo>
                <a:lnTo>
                  <a:pt x="1240972" y="4655818"/>
                </a:lnTo>
                <a:lnTo>
                  <a:pt x="1240972" y="4516481"/>
                </a:lnTo>
                <a:lnTo>
                  <a:pt x="497028" y="4516481"/>
                </a:lnTo>
                <a:lnTo>
                  <a:pt x="497028" y="4439194"/>
                </a:lnTo>
                <a:lnTo>
                  <a:pt x="1240972" y="4439194"/>
                </a:lnTo>
                <a:lnTo>
                  <a:pt x="1240972" y="4321628"/>
                </a:lnTo>
                <a:lnTo>
                  <a:pt x="2347278" y="4321628"/>
                </a:lnTo>
                <a:lnTo>
                  <a:pt x="2347278" y="4130040"/>
                </a:lnTo>
                <a:lnTo>
                  <a:pt x="1240972" y="4130040"/>
                </a:lnTo>
                <a:lnTo>
                  <a:pt x="1240972" y="3828776"/>
                </a:lnTo>
                <a:lnTo>
                  <a:pt x="2347278" y="3828776"/>
                </a:lnTo>
                <a:lnTo>
                  <a:pt x="2347278" y="3751489"/>
                </a:lnTo>
                <a:lnTo>
                  <a:pt x="1240972" y="3751489"/>
                </a:lnTo>
                <a:lnTo>
                  <a:pt x="1240972" y="3567249"/>
                </a:lnTo>
                <a:lnTo>
                  <a:pt x="544605" y="3567249"/>
                </a:lnTo>
                <a:lnTo>
                  <a:pt x="544605" y="3279866"/>
                </a:lnTo>
                <a:lnTo>
                  <a:pt x="1240972" y="3279866"/>
                </a:lnTo>
                <a:lnTo>
                  <a:pt x="1240972" y="3141069"/>
                </a:lnTo>
                <a:lnTo>
                  <a:pt x="0" y="3141069"/>
                </a:lnTo>
                <a:lnTo>
                  <a:pt x="0" y="3063782"/>
                </a:lnTo>
                <a:lnTo>
                  <a:pt x="1240972" y="3063782"/>
                </a:lnTo>
                <a:lnTo>
                  <a:pt x="1240972" y="2942953"/>
                </a:lnTo>
                <a:lnTo>
                  <a:pt x="343464" y="2942953"/>
                </a:lnTo>
                <a:lnTo>
                  <a:pt x="343464" y="2865666"/>
                </a:lnTo>
                <a:lnTo>
                  <a:pt x="1240972" y="2865666"/>
                </a:lnTo>
                <a:lnTo>
                  <a:pt x="1240972" y="2770414"/>
                </a:lnTo>
                <a:lnTo>
                  <a:pt x="2020709" y="2770414"/>
                </a:lnTo>
                <a:lnTo>
                  <a:pt x="2020709" y="2705099"/>
                </a:lnTo>
                <a:lnTo>
                  <a:pt x="1240972" y="2705099"/>
                </a:lnTo>
                <a:lnTo>
                  <a:pt x="1240972" y="2453364"/>
                </a:lnTo>
                <a:lnTo>
                  <a:pt x="2113162" y="2453364"/>
                </a:lnTo>
                <a:lnTo>
                  <a:pt x="2113162" y="2261777"/>
                </a:lnTo>
                <a:lnTo>
                  <a:pt x="1240972" y="2261777"/>
                </a:lnTo>
                <a:lnTo>
                  <a:pt x="1240972" y="2065018"/>
                </a:lnTo>
                <a:lnTo>
                  <a:pt x="544605" y="2065018"/>
                </a:lnTo>
                <a:lnTo>
                  <a:pt x="544605" y="1999703"/>
                </a:lnTo>
                <a:lnTo>
                  <a:pt x="1240972" y="1999703"/>
                </a:lnTo>
                <a:lnTo>
                  <a:pt x="1240972" y="1794507"/>
                </a:lnTo>
                <a:lnTo>
                  <a:pt x="2587402" y="1794507"/>
                </a:lnTo>
                <a:lnTo>
                  <a:pt x="2587402" y="1717220"/>
                </a:lnTo>
                <a:lnTo>
                  <a:pt x="1240972" y="1717220"/>
                </a:lnTo>
                <a:lnTo>
                  <a:pt x="1240972" y="1582782"/>
                </a:lnTo>
                <a:lnTo>
                  <a:pt x="191589" y="1582782"/>
                </a:lnTo>
                <a:lnTo>
                  <a:pt x="191589" y="1391193"/>
                </a:lnTo>
                <a:lnTo>
                  <a:pt x="1240972" y="1391193"/>
                </a:lnTo>
                <a:lnTo>
                  <a:pt x="1240972" y="1256756"/>
                </a:lnTo>
                <a:lnTo>
                  <a:pt x="2981203" y="1256756"/>
                </a:lnTo>
                <a:lnTo>
                  <a:pt x="2981203" y="1179469"/>
                </a:lnTo>
                <a:lnTo>
                  <a:pt x="1240972" y="1179469"/>
                </a:lnTo>
                <a:lnTo>
                  <a:pt x="1240972" y="1024346"/>
                </a:lnTo>
                <a:lnTo>
                  <a:pt x="2051188" y="1024346"/>
                </a:lnTo>
                <a:lnTo>
                  <a:pt x="2051188" y="828402"/>
                </a:lnTo>
                <a:lnTo>
                  <a:pt x="1240972" y="828402"/>
                </a:lnTo>
                <a:lnTo>
                  <a:pt x="1240972" y="695597"/>
                </a:lnTo>
                <a:lnTo>
                  <a:pt x="579440" y="695597"/>
                </a:lnTo>
                <a:lnTo>
                  <a:pt x="579440" y="504009"/>
                </a:lnTo>
                <a:lnTo>
                  <a:pt x="1240972" y="504009"/>
                </a:lnTo>
                <a:lnTo>
                  <a:pt x="1240972" y="447943"/>
                </a:lnTo>
                <a:lnTo>
                  <a:pt x="977276" y="447943"/>
                </a:lnTo>
                <a:lnTo>
                  <a:pt x="977276" y="370656"/>
                </a:lnTo>
                <a:lnTo>
                  <a:pt x="1240972" y="370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Place Your Picture Here</a:t>
            </a:r>
            <a:endParaRPr 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2_Contents slide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3_Contents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966815" name="Picture Placeholder 7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5658418" y="2"/>
            <a:ext cx="6533583" cy="6857999"/>
          </a:xfrm>
          <a:custGeom>
            <a:avLst/>
            <a:gdLst>
              <a:gd name="connsiteX0" fmla="*/ 2592666 w 6533583"/>
              <a:gd name="connsiteY0" fmla="*/ 0 h 6857999"/>
              <a:gd name="connsiteX1" fmla="*/ 6533583 w 6533583"/>
              <a:gd name="connsiteY1" fmla="*/ 0 h 6857999"/>
              <a:gd name="connsiteX2" fmla="*/ 6533583 w 6533583"/>
              <a:gd name="connsiteY2" fmla="*/ 1085634 h 6857999"/>
              <a:gd name="connsiteX3" fmla="*/ 4351340 w 6533583"/>
              <a:gd name="connsiteY3" fmla="*/ 6857999 h 6857999"/>
              <a:gd name="connsiteX4" fmla="*/ 0 w 6533583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33583" h="6857999" extrusionOk="0">
                <a:moveTo>
                  <a:pt x="2592666" y="0"/>
                </a:moveTo>
                <a:lnTo>
                  <a:pt x="6533583" y="0"/>
                </a:lnTo>
                <a:lnTo>
                  <a:pt x="6533583" y="1085634"/>
                </a:lnTo>
                <a:lnTo>
                  <a:pt x="435134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800"/>
            </a:lvl1pPr>
          </a:lstStyle>
          <a:p>
            <a:pPr>
              <a:defRPr/>
            </a:pPr>
            <a:r>
              <a:rPr lang="en-US"/>
              <a:t>Your Picture Here And Send To Back</a:t>
            </a:r>
            <a:endParaRPr lang="ko-K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4_Contents slide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5_Contents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324080" name="Rectangle 1"/>
          <p:cNvSpPr/>
          <p:nvPr userDrawn="1"/>
        </p:nvSpPr>
        <p:spPr bwMode="auto">
          <a:xfrm>
            <a:off x="-3" y="-1"/>
            <a:ext cx="12192003" cy="35550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354139943" name="그림 개체 틀 2"/>
          <p:cNvSpPr>
            <a:spLocks noGrp="1"/>
          </p:cNvSpPr>
          <p:nvPr>
            <p:ph type="pic" sz="quarter" idx="65" hasCustomPrompt="1"/>
          </p:nvPr>
        </p:nvSpPr>
        <p:spPr bwMode="auto">
          <a:xfrm>
            <a:off x="5100846" y="1934706"/>
            <a:ext cx="2997472" cy="410718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>
              <a:defRPr/>
            </a:pPr>
            <a:r>
              <a:rPr lang="en-US"/>
              <a:t>Place Your Picture Here</a:t>
            </a:r>
            <a:endParaRPr lang="ko-KR"/>
          </a:p>
        </p:txBody>
      </p:sp>
      <p:sp>
        <p:nvSpPr>
          <p:cNvPr id="1447178426" name="그림 개체 틀 2"/>
          <p:cNvSpPr>
            <a:spLocks noGrp="1"/>
          </p:cNvSpPr>
          <p:nvPr>
            <p:ph type="pic" sz="quarter" idx="66" hasCustomPrompt="1"/>
          </p:nvPr>
        </p:nvSpPr>
        <p:spPr bwMode="auto">
          <a:xfrm>
            <a:off x="8480425" y="1934706"/>
            <a:ext cx="2997472" cy="410718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>
              <a:defRPr/>
            </a:pPr>
            <a:r>
              <a:rPr lang="en-US"/>
              <a:t>Place Your Picture Here</a:t>
            </a:r>
            <a:endParaRPr lang="ko-KR"/>
          </a:p>
        </p:txBody>
      </p:sp>
      <p:sp>
        <p:nvSpPr>
          <p:cNvPr id="931453472" name="Text Placeholder 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BASIC LAYOUT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6_Contents slide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NG sets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848420" name="Text Placeholder 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PNG &amp; Shapes Layout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Icon sets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273749" name="Text Placeholder 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23529" y="123477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Icon Sets Layout</a:t>
            </a:r>
            <a:endParaRPr/>
          </a:p>
        </p:txBody>
      </p:sp>
      <p:sp>
        <p:nvSpPr>
          <p:cNvPr id="1674829742" name="Rounded Rectangle 2"/>
          <p:cNvSpPr/>
          <p:nvPr userDrawn="1"/>
        </p:nvSpPr>
        <p:spPr bwMode="auto"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sz="1350"/>
          </a:p>
        </p:txBody>
      </p:sp>
      <p:sp>
        <p:nvSpPr>
          <p:cNvPr id="598735442" name="Rounded Rectangle 3"/>
          <p:cNvSpPr/>
          <p:nvPr userDrawn="1"/>
        </p:nvSpPr>
        <p:spPr bwMode="auto"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sz="1350">
              <a:solidFill>
                <a:schemeClr val="bg1"/>
              </a:solidFill>
            </a:endParaRPr>
          </a:p>
        </p:txBody>
      </p:sp>
      <p:sp>
        <p:nvSpPr>
          <p:cNvPr id="1926939787" name="Half Frame 4"/>
          <p:cNvSpPr/>
          <p:nvPr userDrawn="1"/>
        </p:nvSpPr>
        <p:spPr bwMode="auto"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76750000" name="TextBox 57"/>
          <p:cNvSpPr txBox="1"/>
          <p:nvPr userDrawn="1"/>
        </p:nvSpPr>
        <p:spPr bwMode="auto"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/>
                </a:solidFill>
                <a:latin typeface="Arial"/>
                <a:cs typeface="Arial"/>
              </a:rPr>
              <a:t>You can Resize without losing quality</a:t>
            </a:r>
            <a:endParaRPr lang="ko-KR" sz="14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677030090" name="TextBox 58"/>
          <p:cNvSpPr txBox="1"/>
          <p:nvPr userDrawn="1"/>
        </p:nvSpPr>
        <p:spPr bwMode="auto"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/>
                </a:solidFill>
                <a:latin typeface="Arial"/>
                <a:cs typeface="Arial"/>
              </a:rPr>
              <a:t>You can Change Fill Color &amp;</a:t>
            </a:r>
            <a:endParaRPr/>
          </a:p>
          <a:p>
            <a:pPr>
              <a:defRPr/>
            </a:pPr>
            <a:r>
              <a:rPr lang="en-US" sz="1400" b="1">
                <a:solidFill>
                  <a:schemeClr val="bg1"/>
                </a:solidFill>
                <a:latin typeface="Arial"/>
                <a:cs typeface="Arial"/>
              </a:rPr>
              <a:t>Line Color</a:t>
            </a:r>
            <a:endParaRPr lang="ko-KR" sz="14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75423629" name="TextBox 59"/>
          <p:cNvSpPr txBox="1"/>
          <p:nvPr userDrawn="1"/>
        </p:nvSpPr>
        <p:spPr bwMode="auto">
          <a:xfrm>
            <a:off x="721229" y="5808437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en-US" sz="1400">
                <a:solidFill>
                  <a:schemeClr val="bg1"/>
                </a:solidFill>
                <a:latin typeface="Arial"/>
                <a:cs typeface="Arial"/>
              </a:rPr>
              <a:t>www.allppt.com</a:t>
            </a:r>
            <a:endParaRPr lang="ko-KR" sz="14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093769540" name="TextBox 60"/>
          <p:cNvSpPr txBox="1"/>
          <p:nvPr userDrawn="1"/>
        </p:nvSpPr>
        <p:spPr bwMode="auto"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chemeClr val="bg1"/>
                </a:solidFill>
                <a:latin typeface="+mn-lt"/>
                <a:ea typeface="+mn-ea"/>
                <a:cs typeface="Arial"/>
              </a:rPr>
              <a:t>FREE </a:t>
            </a:r>
            <a:endParaRPr/>
          </a:p>
          <a:p>
            <a:pPr>
              <a:defRPr/>
            </a:pPr>
            <a:r>
              <a:rPr lang="en-US" sz="2800" b="1">
                <a:solidFill>
                  <a:schemeClr val="bg1"/>
                </a:solidFill>
                <a:latin typeface="+mn-lt"/>
                <a:ea typeface="+mn-ea"/>
                <a:cs typeface="Arial"/>
              </a:rPr>
              <a:t>PPT TEMPLATES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ection Break Slide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hdr="0" ftr="0" dt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9464561" name="Espaço Reservado para Imagem 16" descr="Avião laranja e preto&#10;&#10;Descrição gerada automaticamente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12782" r="12781"/>
          <a:stretch/>
        </p:blipFill>
        <p:spPr bwMode="auto">
          <a:xfrm>
            <a:off x="6912298" y="457199"/>
            <a:ext cx="5159583" cy="5943233"/>
          </a:xfrm>
        </p:spPr>
      </p:pic>
      <p:sp>
        <p:nvSpPr>
          <p:cNvPr id="625992073" name="Retângulo 5"/>
          <p:cNvSpPr/>
          <p:nvPr/>
        </p:nvSpPr>
        <p:spPr bwMode="auto">
          <a:xfrm>
            <a:off x="2302860" y="6215766"/>
            <a:ext cx="26698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b="1" dirty="0"/>
              <a:t>SJC - 2025</a:t>
            </a:r>
            <a:endParaRPr b="1" dirty="0"/>
          </a:p>
        </p:txBody>
      </p:sp>
      <p:sp>
        <p:nvSpPr>
          <p:cNvPr id="1912221582" name="CaixaDeTexto 6"/>
          <p:cNvSpPr txBox="1"/>
          <p:nvPr/>
        </p:nvSpPr>
        <p:spPr bwMode="auto">
          <a:xfrm>
            <a:off x="363227" y="1790844"/>
            <a:ext cx="61408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pt-BR" sz="2000" b="1" dirty="0"/>
              <a:t>Projeto de Estruturas Aeronáuticas IV – 6° SEM</a:t>
            </a:r>
            <a:endParaRPr sz="2000" dirty="0"/>
          </a:p>
          <a:p>
            <a:pPr algn="ctr">
              <a:defRPr/>
            </a:pPr>
            <a:endParaRPr sz="2000" b="1" dirty="0"/>
          </a:p>
          <a:p>
            <a:pPr algn="ctr">
              <a:defRPr/>
            </a:pPr>
            <a:r>
              <a:rPr lang="pt-BR" sz="2000" b="1" dirty="0"/>
              <a:t>Prof°: Rodrigo Elias</a:t>
            </a:r>
          </a:p>
          <a:p>
            <a:pPr algn="ctr">
              <a:defRPr/>
            </a:pPr>
            <a:endParaRPr lang="pt-BR" sz="2000" b="1" dirty="0"/>
          </a:p>
          <a:p>
            <a:pPr algn="ctr">
              <a:defRPr/>
            </a:pPr>
            <a:r>
              <a:rPr lang="pt-BR" sz="2000" b="1" dirty="0"/>
              <a:t>Aernnova - Fábio Eliseu</a:t>
            </a:r>
            <a:endParaRPr sz="2000" b="1" dirty="0"/>
          </a:p>
        </p:txBody>
      </p:sp>
      <p:pic>
        <p:nvPicPr>
          <p:cNvPr id="51218606" name="Picture 1" descr="Fatec-logo 2015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502506" y="272902"/>
            <a:ext cx="5862314" cy="1038740"/>
          </a:xfrm>
          <a:prstGeom prst="rect">
            <a:avLst/>
          </a:prstGeom>
          <a:noFill/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5DE3B11-985A-1804-1E07-29EA96A1B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38" y="3719117"/>
            <a:ext cx="6275615" cy="19037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2008"/>
    </mc:Choice>
    <mc:Fallback xmlns="">
      <p:transition advTm="3200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21578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052945" y="68368"/>
            <a:ext cx="7869382" cy="628928"/>
          </a:xfrm>
        </p:spPr>
        <p:txBody>
          <a:bodyPr lIns="91440" tIns="45720" rIns="91440" bIns="45720" anchor="ctr"/>
          <a:lstStyle/>
          <a:p>
            <a:pPr>
              <a:defRPr/>
            </a:pPr>
            <a:r>
              <a:rPr lang="pt-BR" sz="2800" dirty="0">
                <a:solidFill>
                  <a:schemeClr val="tx1"/>
                </a:solidFill>
                <a:ea typeface="+mj-lt"/>
                <a:cs typeface="+mj-lt"/>
              </a:rPr>
              <a:t> </a:t>
            </a:r>
            <a:r>
              <a:rPr lang="pt-BR" sz="2800" b="1" dirty="0">
                <a:solidFill>
                  <a:schemeClr val="tx1"/>
                </a:solidFill>
                <a:ea typeface="+mj-lt"/>
                <a:cs typeface="+mj-lt"/>
              </a:rPr>
              <a:t>Sprint 3  - Complemento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50136958" name="Retângulo 2"/>
          <p:cNvSpPr/>
          <p:nvPr/>
        </p:nvSpPr>
        <p:spPr bwMode="auto">
          <a:xfrm>
            <a:off x="0" y="765664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46275479" name="CaixaDeTexto 4"/>
          <p:cNvSpPr txBox="1"/>
          <p:nvPr/>
        </p:nvSpPr>
        <p:spPr bwMode="auto">
          <a:xfrm>
            <a:off x="9558374" y="259594"/>
            <a:ext cx="1840147" cy="3661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dirty="0"/>
              <a:t>Slide: Sidney</a:t>
            </a:r>
            <a:endParaRPr dirty="0"/>
          </a:p>
        </p:txBody>
      </p:sp>
      <p:sp>
        <p:nvSpPr>
          <p:cNvPr id="972556651" name="CaixaDeTexto 2"/>
          <p:cNvSpPr txBox="1"/>
          <p:nvPr/>
        </p:nvSpPr>
        <p:spPr bwMode="auto">
          <a:xfrm>
            <a:off x="403733" y="2496740"/>
            <a:ext cx="683651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pt-BR" sz="2000" b="1" dirty="0">
                <a:ea typeface="+mn-lt"/>
                <a:cs typeface="+mn-lt"/>
              </a:rPr>
              <a:t>Tópicos abordados:</a:t>
            </a:r>
          </a:p>
          <a:p>
            <a:pPr>
              <a:defRPr/>
            </a:pPr>
            <a:endParaRPr lang="pt-BR" sz="2000" b="1" dirty="0">
              <a:ea typeface="+mn-lt"/>
              <a:cs typeface="+mn-lt"/>
            </a:endParaRPr>
          </a:p>
          <a:p>
            <a:pPr marL="342900" indent="-342900">
              <a:buFontTx/>
              <a:buChar char="-"/>
              <a:defRPr/>
            </a:pPr>
            <a:r>
              <a:rPr lang="en-US" sz="2000" dirty="0"/>
              <a:t>Logistica de movimentação do painel;</a:t>
            </a:r>
          </a:p>
          <a:p>
            <a:pPr marL="342900" indent="-342900">
              <a:buFontTx/>
              <a:buChar char="-"/>
              <a:defRPr/>
            </a:pPr>
            <a:endParaRPr lang="pt-BR" sz="2000" dirty="0"/>
          </a:p>
          <a:p>
            <a:pPr marL="342900" indent="-342900">
              <a:buFontTx/>
              <a:buChar char="-"/>
              <a:defRPr/>
            </a:pPr>
            <a:r>
              <a:rPr lang="en-US" sz="2000" dirty="0"/>
              <a:t>Interface com a ponte rolante;</a:t>
            </a:r>
          </a:p>
          <a:p>
            <a:pPr marL="342900" indent="-342900">
              <a:buFontTx/>
              <a:buChar char="-"/>
              <a:defRPr/>
            </a:pPr>
            <a:endParaRPr lang="en-US" sz="2000" dirty="0"/>
          </a:p>
          <a:p>
            <a:pPr marL="342900" indent="-342900">
              <a:buFontTx/>
              <a:buChar char="-"/>
              <a:defRPr/>
            </a:pPr>
            <a:r>
              <a:rPr lang="en-US" sz="2000" dirty="0"/>
              <a:t>Definição do balancim da ponte rolante e grampos;</a:t>
            </a:r>
          </a:p>
          <a:p>
            <a:pPr marL="342900" indent="-342900">
              <a:buFontTx/>
              <a:buChar char="-"/>
              <a:defRPr/>
            </a:pPr>
            <a:endParaRPr lang="en-US" sz="2000" dirty="0"/>
          </a:p>
          <a:p>
            <a:pPr marL="342900" indent="-342900">
              <a:buFontTx/>
              <a:buChar char="-"/>
              <a:defRPr/>
            </a:pPr>
            <a:r>
              <a:rPr lang="en-US" sz="2000" dirty="0"/>
              <a:t>Segurança de operação.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3F60EE7-3699-8AB8-6FBB-B71E8C98A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900" y="2638058"/>
            <a:ext cx="3764948" cy="2579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06"/>
    </mc:Choice>
    <mc:Fallback xmlns="">
      <p:transition spd="slow" advTm="351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8134916" name="Imagem 136963326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565935" y="1514162"/>
            <a:ext cx="4626061" cy="2160774"/>
          </a:xfrm>
          <a:prstGeom prst="rect">
            <a:avLst/>
          </a:prstGeom>
        </p:spPr>
      </p:pic>
      <p:sp>
        <p:nvSpPr>
          <p:cNvPr id="1176023939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592694" y="68366"/>
            <a:ext cx="7869381" cy="628927"/>
          </a:xfrm>
        </p:spPr>
        <p:txBody>
          <a:bodyPr/>
          <a:lstStyle/>
          <a:p>
            <a:pPr>
              <a:defRPr/>
            </a:pPr>
            <a:r>
              <a:rPr lang="pt-BR" sz="2800" b="1" i="0">
                <a:solidFill>
                  <a:schemeClr val="tx1"/>
                </a:solidFill>
                <a:latin typeface="Arial"/>
              </a:rPr>
              <a:t>DIMENSÕES BASICAS</a:t>
            </a:r>
            <a:endParaRPr lang="en-US" sz="2800"/>
          </a:p>
        </p:txBody>
      </p:sp>
      <p:sp>
        <p:nvSpPr>
          <p:cNvPr id="1726255627" name="Retângulo 2"/>
          <p:cNvSpPr/>
          <p:nvPr/>
        </p:nvSpPr>
        <p:spPr bwMode="auto">
          <a:xfrm>
            <a:off x="0" y="765663"/>
            <a:ext cx="12191999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003682193" name="CaixaDeTexto 4"/>
          <p:cNvSpPr txBox="1"/>
          <p:nvPr/>
        </p:nvSpPr>
        <p:spPr bwMode="auto">
          <a:xfrm>
            <a:off x="9558373" y="259593"/>
            <a:ext cx="2716423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/>
              <a:t>Slide:Leandro Macedo</a:t>
            </a:r>
            <a:endParaRPr/>
          </a:p>
        </p:txBody>
      </p:sp>
      <p:pic>
        <p:nvPicPr>
          <p:cNvPr id="1207073697" name="Imagem 1253638827"/>
          <p:cNvPicPr>
            <a:picLocks noChangeAspect="1"/>
          </p:cNvPicPr>
          <p:nvPr/>
        </p:nvPicPr>
        <p:blipFill rotWithShape="1">
          <a:blip r:embed="rId4"/>
          <a:srcRect l="5355"/>
          <a:stretch/>
        </p:blipFill>
        <p:spPr bwMode="auto">
          <a:xfrm>
            <a:off x="-16806" y="1889124"/>
            <a:ext cx="7527306" cy="4937124"/>
          </a:xfrm>
          <a:prstGeom prst="rect">
            <a:avLst/>
          </a:prstGeom>
        </p:spPr>
      </p:pic>
      <p:pic>
        <p:nvPicPr>
          <p:cNvPr id="2106121955" name="Imagem 44402226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383499" y="3674937"/>
            <a:ext cx="4808496" cy="3103562"/>
          </a:xfrm>
          <a:prstGeom prst="rect">
            <a:avLst/>
          </a:prstGeom>
        </p:spPr>
      </p:pic>
      <p:sp>
        <p:nvSpPr>
          <p:cNvPr id="1247406376" name="CaixaDeTexto 611826915"/>
          <p:cNvSpPr txBox="1"/>
          <p:nvPr/>
        </p:nvSpPr>
        <p:spPr bwMode="auto">
          <a:xfrm>
            <a:off x="0" y="888521"/>
            <a:ext cx="8622829" cy="77337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200" b="1"/>
              <a:t>Ferramental: </a:t>
            </a:r>
            <a:endParaRPr sz="2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highlight>
                  <a:srgbClr val="00FFFF"/>
                </a:highlight>
                <a:latin typeface="Abadi"/>
                <a:ea typeface="Abadi"/>
                <a:cs typeface="Abadi"/>
              </a:rPr>
              <a:t>BERÇO DE MOVIMENTAÇÃO E INSPEÇÃO DE PAINEL AERONÁUTICO</a:t>
            </a:r>
            <a:r>
              <a:rPr lang="pt-BR" sz="2200" b="1">
                <a:highlight>
                  <a:srgbClr val="00FFFF"/>
                </a:highlight>
              </a:rPr>
              <a:t>.</a:t>
            </a:r>
            <a:endParaRPr sz="2200" b="1"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009842" name="Retângulo 2"/>
          <p:cNvSpPr/>
          <p:nvPr/>
        </p:nvSpPr>
        <p:spPr bwMode="auto">
          <a:xfrm>
            <a:off x="0" y="765662"/>
            <a:ext cx="12191999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1720540232" name="Imagem 1918035826"/>
          <p:cNvPicPr>
            <a:picLocks noChangeAspect="1"/>
          </p:cNvPicPr>
          <p:nvPr/>
        </p:nvPicPr>
        <p:blipFill rotWithShape="1">
          <a:blip r:embed="rId3"/>
          <a:srcRect l="13200" r="14210"/>
          <a:stretch/>
        </p:blipFill>
        <p:spPr bwMode="auto">
          <a:xfrm>
            <a:off x="3682499" y="957447"/>
            <a:ext cx="6459091" cy="5832931"/>
          </a:xfrm>
          <a:prstGeom prst="rect">
            <a:avLst/>
          </a:prstGeom>
        </p:spPr>
      </p:pic>
      <p:sp>
        <p:nvSpPr>
          <p:cNvPr id="583858264" name="CaixaDeTexto 4"/>
          <p:cNvSpPr txBox="1"/>
          <p:nvPr/>
        </p:nvSpPr>
        <p:spPr bwMode="auto">
          <a:xfrm>
            <a:off x="9558372" y="259591"/>
            <a:ext cx="2716422" cy="36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/>
              <a:t>Slide:Leandro Macedo</a:t>
            </a:r>
            <a:endParaRPr/>
          </a:p>
        </p:txBody>
      </p:sp>
      <p:sp>
        <p:nvSpPr>
          <p:cNvPr id="779595525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449817" y="68365"/>
            <a:ext cx="7869380" cy="628926"/>
          </a:xfrm>
        </p:spPr>
        <p:txBody>
          <a:bodyPr/>
          <a:lstStyle/>
          <a:p>
            <a:pPr>
              <a:defRPr/>
            </a:pPr>
            <a:r>
              <a:rPr lang="pt-BR" sz="2800" b="1" i="0">
                <a:solidFill>
                  <a:schemeClr val="tx1"/>
                </a:solidFill>
                <a:latin typeface="Arial"/>
              </a:rPr>
              <a:t>INTERFACE COM A PONTE ROLANTE</a:t>
            </a:r>
            <a:endParaRPr lang="en-US" sz="2800"/>
          </a:p>
        </p:txBody>
      </p:sp>
      <p:sp>
        <p:nvSpPr>
          <p:cNvPr id="52165517" name="Seta: Dobrada 922913910"/>
          <p:cNvSpPr/>
          <p:nvPr/>
        </p:nvSpPr>
        <p:spPr bwMode="auto">
          <a:xfrm rot="10799989">
            <a:off x="4344911" y="2728751"/>
            <a:ext cx="1089884" cy="314323"/>
          </a:xfrm>
          <a:prstGeom prst="bentArrow">
            <a:avLst>
              <a:gd name="adj1" fmla="val 9174"/>
              <a:gd name="adj2" fmla="val 14111"/>
              <a:gd name="adj3" fmla="val 25000"/>
              <a:gd name="adj4" fmla="val 43750"/>
            </a:avLst>
          </a:prstGeom>
          <a:solidFill>
            <a:schemeClr val="tx1"/>
          </a:solidFill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548222598" name="CaixaDeTexto 1469530689"/>
          <p:cNvSpPr txBox="1"/>
          <p:nvPr/>
        </p:nvSpPr>
        <p:spPr bwMode="auto">
          <a:xfrm>
            <a:off x="9634063" y="1253515"/>
            <a:ext cx="21281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>
                <a:highlight>
                  <a:srgbClr val="00FF00"/>
                </a:highlight>
              </a:rPr>
              <a:t>PONTE ROLANTE</a:t>
            </a:r>
            <a:endParaRPr>
              <a:highlight>
                <a:srgbClr val="00FF00"/>
              </a:highlight>
            </a:endParaRPr>
          </a:p>
        </p:txBody>
      </p:sp>
      <p:sp>
        <p:nvSpPr>
          <p:cNvPr id="2003651802" name="CaixaDeTexto 755628484"/>
          <p:cNvSpPr txBox="1"/>
          <p:nvPr/>
        </p:nvSpPr>
        <p:spPr bwMode="auto">
          <a:xfrm>
            <a:off x="215923" y="957447"/>
            <a:ext cx="535854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/>
              <a:t>MOVIMENTAÇÃO DO PAINEL NA FABRICA</a:t>
            </a:r>
            <a:endParaRPr sz="2000">
              <a:highlight>
                <a:srgbClr val="00FFFF"/>
              </a:highlight>
            </a:endParaRPr>
          </a:p>
        </p:txBody>
      </p:sp>
      <p:sp>
        <p:nvSpPr>
          <p:cNvPr id="1057221649" name="CaixaDeTexto 1469530689"/>
          <p:cNvSpPr txBox="1"/>
          <p:nvPr/>
        </p:nvSpPr>
        <p:spPr bwMode="auto">
          <a:xfrm>
            <a:off x="688778" y="6057898"/>
            <a:ext cx="365685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>
                <a:highlight>
                  <a:srgbClr val="00FF00"/>
                </a:highlight>
              </a:rPr>
              <a:t>FERRAMENTAL DE INSPEÇÃO</a:t>
            </a:r>
            <a:endParaRPr>
              <a:highlight>
                <a:srgbClr val="00FF00"/>
              </a:highlight>
            </a:endParaRPr>
          </a:p>
        </p:txBody>
      </p:sp>
      <p:sp>
        <p:nvSpPr>
          <p:cNvPr id="1916544546" name="Texto Explicativo 2 (Ênfase) 1916544545"/>
          <p:cNvSpPr/>
          <p:nvPr/>
        </p:nvSpPr>
        <p:spPr bwMode="auto">
          <a:xfrm>
            <a:off x="7309317" y="4358898"/>
            <a:ext cx="4834725" cy="500465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83870"/>
              <a:gd name="adj6" fmla="val -258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8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FERRAMENTAL DE INTERFACE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396490" name="Retângulo 2"/>
          <p:cNvSpPr/>
          <p:nvPr/>
        </p:nvSpPr>
        <p:spPr bwMode="auto">
          <a:xfrm>
            <a:off x="0" y="765661"/>
            <a:ext cx="12191999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96699216" name="CaixaDeTexto 4"/>
          <p:cNvSpPr txBox="1"/>
          <p:nvPr/>
        </p:nvSpPr>
        <p:spPr bwMode="auto">
          <a:xfrm>
            <a:off x="9558371" y="259590"/>
            <a:ext cx="2716421" cy="366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/>
              <a:t>Slide:Leandro Macedo</a:t>
            </a:r>
            <a:endParaRPr/>
          </a:p>
        </p:txBody>
      </p:sp>
      <p:sp>
        <p:nvSpPr>
          <p:cNvPr id="586322354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449816" y="68365"/>
            <a:ext cx="7869380" cy="628925"/>
          </a:xfrm>
        </p:spPr>
        <p:txBody>
          <a:bodyPr/>
          <a:lstStyle/>
          <a:p>
            <a:pPr>
              <a:defRPr/>
            </a:pPr>
            <a:r>
              <a:rPr lang="pt-BR" sz="2800" b="1" i="0">
                <a:solidFill>
                  <a:schemeClr val="tx1"/>
                </a:solidFill>
                <a:latin typeface="Arial"/>
              </a:rPr>
              <a:t>INTERFACE COM A PONTE ROLANTE</a:t>
            </a:r>
            <a:endParaRPr lang="en-US" sz="2800"/>
          </a:p>
        </p:txBody>
      </p:sp>
      <p:sp>
        <p:nvSpPr>
          <p:cNvPr id="344409639" name="CaixaDeTexto 755628484"/>
          <p:cNvSpPr txBox="1"/>
          <p:nvPr/>
        </p:nvSpPr>
        <p:spPr bwMode="auto">
          <a:xfrm>
            <a:off x="215923" y="957447"/>
            <a:ext cx="758403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/>
              <a:t>MOVIMENTAÇÃO DO PAINEL PELA PONTE ROLANTE NA FABRICA</a:t>
            </a:r>
            <a:endParaRPr sz="2000">
              <a:highlight>
                <a:srgbClr val="00FFFF"/>
              </a:highlight>
            </a:endParaRPr>
          </a:p>
        </p:txBody>
      </p:sp>
      <p:pic>
        <p:nvPicPr>
          <p:cNvPr id="94291210" name="Imagem 94291209"/>
          <p:cNvPicPr>
            <a:picLocks noChangeAspect="1"/>
          </p:cNvPicPr>
          <p:nvPr/>
        </p:nvPicPr>
        <p:blipFill rotWithShape="1">
          <a:blip r:embed="rId3"/>
          <a:srcRect l="8724" r="17489"/>
          <a:stretch/>
        </p:blipFill>
        <p:spPr bwMode="auto">
          <a:xfrm>
            <a:off x="8042973" y="1519761"/>
            <a:ext cx="4149025" cy="4276676"/>
          </a:xfrm>
          <a:prstGeom prst="rect">
            <a:avLst/>
          </a:prstGeom>
        </p:spPr>
      </p:pic>
      <p:pic>
        <p:nvPicPr>
          <p:cNvPr id="1758941353" name="Imagem 175894135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268932" y="1971873"/>
            <a:ext cx="4971685" cy="3615771"/>
          </a:xfrm>
          <a:prstGeom prst="rect">
            <a:avLst/>
          </a:prstGeom>
        </p:spPr>
      </p:pic>
      <p:pic>
        <p:nvPicPr>
          <p:cNvPr id="1751500924" name="Imagem 1918035826"/>
          <p:cNvPicPr>
            <a:picLocks noChangeAspect="1"/>
          </p:cNvPicPr>
          <p:nvPr/>
        </p:nvPicPr>
        <p:blipFill rotWithShape="1">
          <a:blip r:embed="rId5"/>
          <a:srcRect l="13200" r="14209"/>
          <a:stretch/>
        </p:blipFill>
        <p:spPr bwMode="auto">
          <a:xfrm>
            <a:off x="0" y="1971873"/>
            <a:ext cx="4102245" cy="37045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114A31E-E501-FE58-F3E1-058FD8D67AE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449959" name="Retângulo 3">
            <a:extLst>
              <a:ext uri="{FF2B5EF4-FFF2-40B4-BE49-F238E27FC236}">
                <a16:creationId xmlns:a16="http://schemas.microsoft.com/office/drawing/2014/main" id="{A62A641D-EDFD-BD56-7F80-E97C32D18B3D}"/>
              </a:ext>
            </a:extLst>
          </p:cNvPr>
          <p:cNvSpPr/>
          <p:nvPr/>
        </p:nvSpPr>
        <p:spPr bwMode="auto">
          <a:xfrm>
            <a:off x="1267095" y="2140808"/>
            <a:ext cx="929389" cy="452481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22228516" name="Retângulo 4">
            <a:extLst>
              <a:ext uri="{FF2B5EF4-FFF2-40B4-BE49-F238E27FC236}">
                <a16:creationId xmlns:a16="http://schemas.microsoft.com/office/drawing/2014/main" id="{03D80F0A-FB9A-616F-5404-B63A42CE1B02}"/>
              </a:ext>
            </a:extLst>
          </p:cNvPr>
          <p:cNvSpPr/>
          <p:nvPr/>
        </p:nvSpPr>
        <p:spPr bwMode="auto">
          <a:xfrm>
            <a:off x="570051" y="2218928"/>
            <a:ext cx="374753" cy="116144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47110860" name="Retângulo 5">
            <a:extLst>
              <a:ext uri="{FF2B5EF4-FFF2-40B4-BE49-F238E27FC236}">
                <a16:creationId xmlns:a16="http://schemas.microsoft.com/office/drawing/2014/main" id="{6970C958-4BB3-88DF-113D-5472EF131F27}"/>
              </a:ext>
            </a:extLst>
          </p:cNvPr>
          <p:cNvSpPr/>
          <p:nvPr/>
        </p:nvSpPr>
        <p:spPr bwMode="auto">
          <a:xfrm>
            <a:off x="2196485" y="4539233"/>
            <a:ext cx="8274570" cy="65331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26670086" name="CaixaDeTexto 10">
            <a:extLst>
              <a:ext uri="{FF2B5EF4-FFF2-40B4-BE49-F238E27FC236}">
                <a16:creationId xmlns:a16="http://schemas.microsoft.com/office/drawing/2014/main" id="{7A5C91A5-D829-852D-536D-6F21FC25F908}"/>
              </a:ext>
            </a:extLst>
          </p:cNvPr>
          <p:cNvSpPr txBox="1"/>
          <p:nvPr/>
        </p:nvSpPr>
        <p:spPr bwMode="auto">
          <a:xfrm>
            <a:off x="8734695" y="3450375"/>
            <a:ext cx="495394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srgbClr val="FF0000"/>
                </a:solidFill>
              </a:rPr>
              <a:t>2</a:t>
            </a:r>
            <a:endParaRPr/>
          </a:p>
        </p:txBody>
      </p:sp>
      <p:sp>
        <p:nvSpPr>
          <p:cNvPr id="2029585429" name="CaixaDeTexto 1">
            <a:extLst>
              <a:ext uri="{FF2B5EF4-FFF2-40B4-BE49-F238E27FC236}">
                <a16:creationId xmlns:a16="http://schemas.microsoft.com/office/drawing/2014/main" id="{440A34A6-B06B-1FEE-9289-3D0CB7E89F67}"/>
              </a:ext>
            </a:extLst>
          </p:cNvPr>
          <p:cNvSpPr txBox="1"/>
          <p:nvPr/>
        </p:nvSpPr>
        <p:spPr bwMode="auto">
          <a:xfrm>
            <a:off x="570049" y="1641375"/>
            <a:ext cx="3688300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ÁREA DE RECEBIMENTO</a:t>
            </a:r>
            <a:endParaRPr/>
          </a:p>
        </p:txBody>
      </p:sp>
      <p:sp>
        <p:nvSpPr>
          <p:cNvPr id="683562203" name="CaixaDeTexto 2">
            <a:extLst>
              <a:ext uri="{FF2B5EF4-FFF2-40B4-BE49-F238E27FC236}">
                <a16:creationId xmlns:a16="http://schemas.microsoft.com/office/drawing/2014/main" id="{98DA8A69-F867-3CC1-EC99-0D546552D201}"/>
              </a:ext>
            </a:extLst>
          </p:cNvPr>
          <p:cNvSpPr txBox="1"/>
          <p:nvPr/>
        </p:nvSpPr>
        <p:spPr bwMode="auto">
          <a:xfrm>
            <a:off x="7888279" y="1678376"/>
            <a:ext cx="2841354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ÁREA DE INSPEÇÃO</a:t>
            </a:r>
            <a:endParaRPr/>
          </a:p>
        </p:txBody>
      </p:sp>
      <p:pic>
        <p:nvPicPr>
          <p:cNvPr id="191048431" name="Imagem 14">
            <a:extLst>
              <a:ext uri="{FF2B5EF4-FFF2-40B4-BE49-F238E27FC236}">
                <a16:creationId xmlns:a16="http://schemas.microsoft.com/office/drawing/2014/main" id="{4A9A0427-8B1E-1AD3-C640-9B5B576E72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58289" y="2449252"/>
            <a:ext cx="2659638" cy="1518699"/>
          </a:xfrm>
          <a:prstGeom prst="rect">
            <a:avLst/>
          </a:prstGeom>
        </p:spPr>
      </p:pic>
      <p:sp>
        <p:nvSpPr>
          <p:cNvPr id="1522647317" name="Retângulo 16">
            <a:extLst>
              <a:ext uri="{FF2B5EF4-FFF2-40B4-BE49-F238E27FC236}">
                <a16:creationId xmlns:a16="http://schemas.microsoft.com/office/drawing/2014/main" id="{92794093-AC32-634C-5BC2-69D3714512D6}"/>
              </a:ext>
            </a:extLst>
          </p:cNvPr>
          <p:cNvSpPr/>
          <p:nvPr/>
        </p:nvSpPr>
        <p:spPr bwMode="auto">
          <a:xfrm>
            <a:off x="570050" y="3826051"/>
            <a:ext cx="374753" cy="116144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137065253" name="Seta para a Direita 24">
            <a:extLst>
              <a:ext uri="{FF2B5EF4-FFF2-40B4-BE49-F238E27FC236}">
                <a16:creationId xmlns:a16="http://schemas.microsoft.com/office/drawing/2014/main" id="{30ED9B76-F20E-AC94-1EDA-0E1899D3E87C}"/>
              </a:ext>
            </a:extLst>
          </p:cNvPr>
          <p:cNvSpPr/>
          <p:nvPr/>
        </p:nvSpPr>
        <p:spPr bwMode="auto">
          <a:xfrm rot="10799990">
            <a:off x="9352925" y="4812348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76953443" name="Seta para a Direita 25">
            <a:extLst>
              <a:ext uri="{FF2B5EF4-FFF2-40B4-BE49-F238E27FC236}">
                <a16:creationId xmlns:a16="http://schemas.microsoft.com/office/drawing/2014/main" id="{10A10A46-D6BB-98B4-0EC1-08263A499341}"/>
              </a:ext>
            </a:extLst>
          </p:cNvPr>
          <p:cNvSpPr/>
          <p:nvPr/>
        </p:nvSpPr>
        <p:spPr bwMode="auto">
          <a:xfrm rot="10799990">
            <a:off x="7901329" y="4814153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18689023" name="Seta para a Direita 26">
            <a:extLst>
              <a:ext uri="{FF2B5EF4-FFF2-40B4-BE49-F238E27FC236}">
                <a16:creationId xmlns:a16="http://schemas.microsoft.com/office/drawing/2014/main" id="{EEEDE19B-161E-754E-A2C9-5EABFAE62B0A}"/>
              </a:ext>
            </a:extLst>
          </p:cNvPr>
          <p:cNvSpPr/>
          <p:nvPr/>
        </p:nvSpPr>
        <p:spPr bwMode="auto">
          <a:xfrm rot="10799990">
            <a:off x="6629328" y="4812440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17849982" name="Seta para a Direita 27">
            <a:extLst>
              <a:ext uri="{FF2B5EF4-FFF2-40B4-BE49-F238E27FC236}">
                <a16:creationId xmlns:a16="http://schemas.microsoft.com/office/drawing/2014/main" id="{FEE462BE-71A6-5708-83C3-D936B30D9DFF}"/>
              </a:ext>
            </a:extLst>
          </p:cNvPr>
          <p:cNvSpPr/>
          <p:nvPr/>
        </p:nvSpPr>
        <p:spPr bwMode="auto">
          <a:xfrm rot="10799990">
            <a:off x="5573523" y="4814245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38680922" name="Seta para a Direita 28">
            <a:extLst>
              <a:ext uri="{FF2B5EF4-FFF2-40B4-BE49-F238E27FC236}">
                <a16:creationId xmlns:a16="http://schemas.microsoft.com/office/drawing/2014/main" id="{3FD202C1-D860-1F12-BE56-BCA15A731489}"/>
              </a:ext>
            </a:extLst>
          </p:cNvPr>
          <p:cNvSpPr/>
          <p:nvPr/>
        </p:nvSpPr>
        <p:spPr bwMode="auto">
          <a:xfrm rot="10799990">
            <a:off x="3359813" y="4810541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07490042" name="Seta para a Direita 29">
            <a:extLst>
              <a:ext uri="{FF2B5EF4-FFF2-40B4-BE49-F238E27FC236}">
                <a16:creationId xmlns:a16="http://schemas.microsoft.com/office/drawing/2014/main" id="{8DF7FE83-74C7-0990-43DB-75B80C31BFA1}"/>
              </a:ext>
            </a:extLst>
          </p:cNvPr>
          <p:cNvSpPr/>
          <p:nvPr/>
        </p:nvSpPr>
        <p:spPr bwMode="auto">
          <a:xfrm rot="10799990">
            <a:off x="2290359" y="4812347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065287596" name="CaixaDeTexto 31">
            <a:extLst>
              <a:ext uri="{FF2B5EF4-FFF2-40B4-BE49-F238E27FC236}">
                <a16:creationId xmlns:a16="http://schemas.microsoft.com/office/drawing/2014/main" id="{0783CE10-5AEB-FE0C-3A7C-75F58AA531E3}"/>
              </a:ext>
            </a:extLst>
          </p:cNvPr>
          <p:cNvSpPr txBox="1"/>
          <p:nvPr/>
        </p:nvSpPr>
        <p:spPr bwMode="auto">
          <a:xfrm rot="16199969">
            <a:off x="109150" y="4141298"/>
            <a:ext cx="1292571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Painel 1</a:t>
            </a:r>
          </a:p>
        </p:txBody>
      </p:sp>
      <p:sp>
        <p:nvSpPr>
          <p:cNvPr id="1429005065" name="CaixaDeTexto 32">
            <a:extLst>
              <a:ext uri="{FF2B5EF4-FFF2-40B4-BE49-F238E27FC236}">
                <a16:creationId xmlns:a16="http://schemas.microsoft.com/office/drawing/2014/main" id="{DCBE520C-2064-B6DA-7167-A7CFBBF1E755}"/>
              </a:ext>
            </a:extLst>
          </p:cNvPr>
          <p:cNvSpPr txBox="1"/>
          <p:nvPr/>
        </p:nvSpPr>
        <p:spPr bwMode="auto">
          <a:xfrm rot="16199969">
            <a:off x="73050" y="2538450"/>
            <a:ext cx="1317734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Painel 2</a:t>
            </a:r>
          </a:p>
        </p:txBody>
      </p:sp>
      <p:sp>
        <p:nvSpPr>
          <p:cNvPr id="1755101182" name="Seta para a Direita 33">
            <a:extLst>
              <a:ext uri="{FF2B5EF4-FFF2-40B4-BE49-F238E27FC236}">
                <a16:creationId xmlns:a16="http://schemas.microsoft.com/office/drawing/2014/main" id="{0072A990-FEC2-27F1-A776-6049F5B38B2F}"/>
              </a:ext>
            </a:extLst>
          </p:cNvPr>
          <p:cNvSpPr/>
          <p:nvPr/>
        </p:nvSpPr>
        <p:spPr bwMode="auto">
          <a:xfrm rot="10799990">
            <a:off x="1360298" y="4805249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58975257" name="Seta para a Direita 34">
            <a:extLst>
              <a:ext uri="{FF2B5EF4-FFF2-40B4-BE49-F238E27FC236}">
                <a16:creationId xmlns:a16="http://schemas.microsoft.com/office/drawing/2014/main" id="{015FE580-1F82-F6A4-69EE-47EC6AEC3583}"/>
              </a:ext>
            </a:extLst>
          </p:cNvPr>
          <p:cNvSpPr/>
          <p:nvPr/>
        </p:nvSpPr>
        <p:spPr bwMode="auto">
          <a:xfrm rot="10799990">
            <a:off x="1360298" y="2900929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895407714" name="Imagem 36">
            <a:extLst>
              <a:ext uri="{FF2B5EF4-FFF2-40B4-BE49-F238E27FC236}">
                <a16:creationId xmlns:a16="http://schemas.microsoft.com/office/drawing/2014/main" id="{811342F8-E797-F376-E9EE-AA54116A49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293929" y="4556783"/>
            <a:ext cx="1001164" cy="571681"/>
          </a:xfrm>
          <a:prstGeom prst="rect">
            <a:avLst/>
          </a:prstGeom>
        </p:spPr>
      </p:pic>
      <p:pic>
        <p:nvPicPr>
          <p:cNvPr id="1711449950" name="Imagem 37">
            <a:extLst>
              <a:ext uri="{FF2B5EF4-FFF2-40B4-BE49-F238E27FC236}">
                <a16:creationId xmlns:a16="http://schemas.microsoft.com/office/drawing/2014/main" id="{F56AA0BB-CBD5-46CD-C28A-A2D185B7EA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69">
            <a:off x="1247767" y="3407753"/>
            <a:ext cx="976875" cy="856333"/>
          </a:xfrm>
          <a:prstGeom prst="rect">
            <a:avLst/>
          </a:prstGeom>
        </p:spPr>
      </p:pic>
      <p:pic>
        <p:nvPicPr>
          <p:cNvPr id="1544675077" name="Imagem 42">
            <a:extLst>
              <a:ext uri="{FF2B5EF4-FFF2-40B4-BE49-F238E27FC236}">
                <a16:creationId xmlns:a16="http://schemas.microsoft.com/office/drawing/2014/main" id="{A697D5C8-5A3A-7301-A341-88A2A63186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821011" y="4556783"/>
            <a:ext cx="1001164" cy="571681"/>
          </a:xfrm>
          <a:prstGeom prst="rect">
            <a:avLst/>
          </a:prstGeom>
        </p:spPr>
      </p:pic>
      <p:sp>
        <p:nvSpPr>
          <p:cNvPr id="728108275" name="Retângulo 2">
            <a:extLst>
              <a:ext uri="{FF2B5EF4-FFF2-40B4-BE49-F238E27FC236}">
                <a16:creationId xmlns:a16="http://schemas.microsoft.com/office/drawing/2014/main" id="{EA2578A8-A73E-2EF9-8CDD-7DF45E50B0ED}"/>
              </a:ext>
            </a:extLst>
          </p:cNvPr>
          <p:cNvSpPr/>
          <p:nvPr/>
        </p:nvSpPr>
        <p:spPr bwMode="auto">
          <a:xfrm>
            <a:off x="0" y="765661"/>
            <a:ext cx="12191998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66552648" name="CaixaDeTexto 4">
            <a:extLst>
              <a:ext uri="{FF2B5EF4-FFF2-40B4-BE49-F238E27FC236}">
                <a16:creationId xmlns:a16="http://schemas.microsoft.com/office/drawing/2014/main" id="{0A73836F-657D-96BB-C9C6-030B6AD351C3}"/>
              </a:ext>
            </a:extLst>
          </p:cNvPr>
          <p:cNvSpPr txBox="1"/>
          <p:nvPr/>
        </p:nvSpPr>
        <p:spPr bwMode="auto">
          <a:xfrm>
            <a:off x="9558371" y="259590"/>
            <a:ext cx="2728661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dirty="0"/>
              <a:t>Slide: </a:t>
            </a:r>
            <a:r>
              <a:rPr lang="pt-BR" dirty="0" err="1"/>
              <a:t>Katty</a:t>
            </a:r>
            <a:r>
              <a:rPr lang="pt-BR" dirty="0"/>
              <a:t> Anne</a:t>
            </a:r>
            <a:endParaRPr dirty="0"/>
          </a:p>
        </p:txBody>
      </p:sp>
      <p:sp>
        <p:nvSpPr>
          <p:cNvPr id="30665235" name="Text Placeholder 1">
            <a:extLst>
              <a:ext uri="{FF2B5EF4-FFF2-40B4-BE49-F238E27FC236}">
                <a16:creationId xmlns:a16="http://schemas.microsoft.com/office/drawing/2014/main" id="{D7582D79-3F2A-A76A-8FA7-7E4A754CD598}"/>
              </a:ext>
            </a:extLst>
          </p:cNvPr>
          <p:cNvSpPr>
            <a:spLocks noGrp="1"/>
          </p:cNvSpPr>
          <p:nvPr/>
        </p:nvSpPr>
        <p:spPr bwMode="auto">
          <a:xfrm>
            <a:off x="1439577" y="68365"/>
            <a:ext cx="7869379" cy="628925"/>
          </a:xfrm>
        </p:spPr>
        <p:txBody>
          <a:bodyPr anchor="ctr"/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Arial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2800" b="1" i="0">
                <a:solidFill>
                  <a:schemeClr val="tx1"/>
                </a:solidFill>
                <a:latin typeface="Arial"/>
              </a:rPr>
              <a:t>LOGISTICA DE MOVIMENTAÇÃO DO PAINEL</a:t>
            </a:r>
            <a:endParaRPr lang="en-US" sz="2800"/>
          </a:p>
        </p:txBody>
      </p:sp>
      <p:sp>
        <p:nvSpPr>
          <p:cNvPr id="847317194" name="Quadro 847317193">
            <a:extLst>
              <a:ext uri="{FF2B5EF4-FFF2-40B4-BE49-F238E27FC236}">
                <a16:creationId xmlns:a16="http://schemas.microsoft.com/office/drawing/2014/main" id="{1D47DE9B-57E2-302B-493E-BDCB276B8723}"/>
              </a:ext>
            </a:extLst>
          </p:cNvPr>
          <p:cNvSpPr/>
          <p:nvPr/>
        </p:nvSpPr>
        <p:spPr bwMode="auto">
          <a:xfrm>
            <a:off x="7589364" y="2163304"/>
            <a:ext cx="3277245" cy="2227881"/>
          </a:xfrm>
          <a:prstGeom prst="frame">
            <a:avLst>
              <a:gd name="adj1" fmla="val 125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763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8E3AF84-805D-F58D-4027-A2BD252E822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640290" name="Retângulo 3">
            <a:extLst>
              <a:ext uri="{FF2B5EF4-FFF2-40B4-BE49-F238E27FC236}">
                <a16:creationId xmlns:a16="http://schemas.microsoft.com/office/drawing/2014/main" id="{A2C78A8F-F155-D6B2-1344-52CC834169BF}"/>
              </a:ext>
            </a:extLst>
          </p:cNvPr>
          <p:cNvSpPr/>
          <p:nvPr/>
        </p:nvSpPr>
        <p:spPr bwMode="auto">
          <a:xfrm>
            <a:off x="1298824" y="2019981"/>
            <a:ext cx="929389" cy="463961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010297359" name="Retângulo 4">
            <a:extLst>
              <a:ext uri="{FF2B5EF4-FFF2-40B4-BE49-F238E27FC236}">
                <a16:creationId xmlns:a16="http://schemas.microsoft.com/office/drawing/2014/main" id="{D0738AE5-1FF6-EE3E-C937-399CF87F4E4D}"/>
              </a:ext>
            </a:extLst>
          </p:cNvPr>
          <p:cNvSpPr/>
          <p:nvPr/>
        </p:nvSpPr>
        <p:spPr bwMode="auto">
          <a:xfrm>
            <a:off x="601780" y="2098101"/>
            <a:ext cx="374753" cy="14390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16841947" name="Retângulo 5">
            <a:extLst>
              <a:ext uri="{FF2B5EF4-FFF2-40B4-BE49-F238E27FC236}">
                <a16:creationId xmlns:a16="http://schemas.microsoft.com/office/drawing/2014/main" id="{610F473E-83B1-5FFA-3843-4174CDAE65E2}"/>
              </a:ext>
            </a:extLst>
          </p:cNvPr>
          <p:cNvSpPr/>
          <p:nvPr/>
        </p:nvSpPr>
        <p:spPr bwMode="auto">
          <a:xfrm>
            <a:off x="2228214" y="4418406"/>
            <a:ext cx="8274570" cy="80946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051392755" name="CaixaDeTexto 6">
            <a:extLst>
              <a:ext uri="{FF2B5EF4-FFF2-40B4-BE49-F238E27FC236}">
                <a16:creationId xmlns:a16="http://schemas.microsoft.com/office/drawing/2014/main" id="{1D9B9C02-8DE9-4DCB-EE74-C7EAFA3B48EB}"/>
              </a:ext>
            </a:extLst>
          </p:cNvPr>
          <p:cNvSpPr txBox="1"/>
          <p:nvPr/>
        </p:nvSpPr>
        <p:spPr bwMode="auto">
          <a:xfrm>
            <a:off x="578260" y="963837"/>
            <a:ext cx="3687580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ÁREA DE RECEBIMENTO</a:t>
            </a:r>
            <a:endParaRPr/>
          </a:p>
        </p:txBody>
      </p:sp>
      <p:sp>
        <p:nvSpPr>
          <p:cNvPr id="459793483" name="CaixaDeTexto 7">
            <a:extLst>
              <a:ext uri="{FF2B5EF4-FFF2-40B4-BE49-F238E27FC236}">
                <a16:creationId xmlns:a16="http://schemas.microsoft.com/office/drawing/2014/main" id="{FCA7C4E0-8031-D6A4-8CB8-2134C5938F46}"/>
              </a:ext>
            </a:extLst>
          </p:cNvPr>
          <p:cNvSpPr txBox="1"/>
          <p:nvPr/>
        </p:nvSpPr>
        <p:spPr bwMode="auto">
          <a:xfrm>
            <a:off x="7827135" y="963837"/>
            <a:ext cx="2840634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ÁREA DE INSPEÇÃO</a:t>
            </a:r>
            <a:endParaRPr/>
          </a:p>
        </p:txBody>
      </p:sp>
      <p:sp>
        <p:nvSpPr>
          <p:cNvPr id="201395427" name="Retângulo 9">
            <a:extLst>
              <a:ext uri="{FF2B5EF4-FFF2-40B4-BE49-F238E27FC236}">
                <a16:creationId xmlns:a16="http://schemas.microsoft.com/office/drawing/2014/main" id="{E3ACE881-C046-8F1C-FFBD-0E73AF282550}"/>
              </a:ext>
            </a:extLst>
          </p:cNvPr>
          <p:cNvSpPr/>
          <p:nvPr/>
        </p:nvSpPr>
        <p:spPr bwMode="auto">
          <a:xfrm>
            <a:off x="601779" y="3705224"/>
            <a:ext cx="374753" cy="14390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241297017" name="Imagem 11">
            <a:extLst>
              <a:ext uri="{FF2B5EF4-FFF2-40B4-BE49-F238E27FC236}">
                <a16:creationId xmlns:a16="http://schemas.microsoft.com/office/drawing/2014/main" id="{D3CBE336-A158-CC1E-DA77-EE53871BAE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69">
            <a:off x="916913" y="2685782"/>
            <a:ext cx="1741354" cy="813364"/>
          </a:xfrm>
          <a:prstGeom prst="rect">
            <a:avLst/>
          </a:prstGeom>
        </p:spPr>
      </p:pic>
      <p:sp>
        <p:nvSpPr>
          <p:cNvPr id="330517515" name="CaixaDeTexto 12">
            <a:extLst>
              <a:ext uri="{FF2B5EF4-FFF2-40B4-BE49-F238E27FC236}">
                <a16:creationId xmlns:a16="http://schemas.microsoft.com/office/drawing/2014/main" id="{30F81923-6713-73C2-50F1-42E934F72341}"/>
              </a:ext>
            </a:extLst>
          </p:cNvPr>
          <p:cNvSpPr txBox="1"/>
          <p:nvPr/>
        </p:nvSpPr>
        <p:spPr bwMode="auto">
          <a:xfrm rot="16199969">
            <a:off x="159052" y="4233740"/>
            <a:ext cx="125478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Painel 1</a:t>
            </a:r>
          </a:p>
        </p:txBody>
      </p:sp>
      <p:sp>
        <p:nvSpPr>
          <p:cNvPr id="757076591" name="CaixaDeTexto 13">
            <a:extLst>
              <a:ext uri="{FF2B5EF4-FFF2-40B4-BE49-F238E27FC236}">
                <a16:creationId xmlns:a16="http://schemas.microsoft.com/office/drawing/2014/main" id="{013DE485-B072-8782-8F4C-9F4CE1A00EA5}"/>
              </a:ext>
            </a:extLst>
          </p:cNvPr>
          <p:cNvSpPr txBox="1"/>
          <p:nvPr/>
        </p:nvSpPr>
        <p:spPr bwMode="auto">
          <a:xfrm rot="16199969">
            <a:off x="135533" y="2632964"/>
            <a:ext cx="125478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Painel 2</a:t>
            </a:r>
          </a:p>
        </p:txBody>
      </p:sp>
      <p:sp>
        <p:nvSpPr>
          <p:cNvPr id="174478274" name="Seta para a Direita 15">
            <a:extLst>
              <a:ext uri="{FF2B5EF4-FFF2-40B4-BE49-F238E27FC236}">
                <a16:creationId xmlns:a16="http://schemas.microsoft.com/office/drawing/2014/main" id="{77D6C169-47DB-92CC-3A2F-3EB080A29509}"/>
              </a:ext>
            </a:extLst>
          </p:cNvPr>
          <p:cNvSpPr/>
          <p:nvPr/>
        </p:nvSpPr>
        <p:spPr bwMode="auto">
          <a:xfrm>
            <a:off x="9003758" y="4689714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13740682" name="Seta para a Direita 16">
            <a:extLst>
              <a:ext uri="{FF2B5EF4-FFF2-40B4-BE49-F238E27FC236}">
                <a16:creationId xmlns:a16="http://schemas.microsoft.com/office/drawing/2014/main" id="{9EACB2D7-4074-AF29-BE2F-49E16CF734FD}"/>
              </a:ext>
            </a:extLst>
          </p:cNvPr>
          <p:cNvSpPr/>
          <p:nvPr/>
        </p:nvSpPr>
        <p:spPr bwMode="auto">
          <a:xfrm>
            <a:off x="7755634" y="4693326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30287755" name="Seta para a Direita 17">
            <a:extLst>
              <a:ext uri="{FF2B5EF4-FFF2-40B4-BE49-F238E27FC236}">
                <a16:creationId xmlns:a16="http://schemas.microsoft.com/office/drawing/2014/main" id="{D87A2A8E-5916-466E-BD99-ABA0A241F108}"/>
              </a:ext>
            </a:extLst>
          </p:cNvPr>
          <p:cNvSpPr/>
          <p:nvPr/>
        </p:nvSpPr>
        <p:spPr bwMode="auto">
          <a:xfrm>
            <a:off x="6497281" y="4691613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69897801" name="Seta para a Direita 18">
            <a:extLst>
              <a:ext uri="{FF2B5EF4-FFF2-40B4-BE49-F238E27FC236}">
                <a16:creationId xmlns:a16="http://schemas.microsoft.com/office/drawing/2014/main" id="{FE264AA1-7062-C7DF-4FE1-8CE273A67952}"/>
              </a:ext>
            </a:extLst>
          </p:cNvPr>
          <p:cNvSpPr/>
          <p:nvPr/>
        </p:nvSpPr>
        <p:spPr bwMode="auto">
          <a:xfrm>
            <a:off x="5236756" y="4693419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58610877" name="Seta para a Direita 19">
            <a:extLst>
              <a:ext uri="{FF2B5EF4-FFF2-40B4-BE49-F238E27FC236}">
                <a16:creationId xmlns:a16="http://schemas.microsoft.com/office/drawing/2014/main" id="{702ADE81-F843-7562-CD2C-CCFFAC9B9B3C}"/>
              </a:ext>
            </a:extLst>
          </p:cNvPr>
          <p:cNvSpPr/>
          <p:nvPr/>
        </p:nvSpPr>
        <p:spPr bwMode="auto">
          <a:xfrm>
            <a:off x="4019348" y="4689714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1385299" name="Seta para a Direita 20">
            <a:extLst>
              <a:ext uri="{FF2B5EF4-FFF2-40B4-BE49-F238E27FC236}">
                <a16:creationId xmlns:a16="http://schemas.microsoft.com/office/drawing/2014/main" id="{AAB7B1AB-C9EB-4A90-826E-62DFFCB7C942}"/>
              </a:ext>
            </a:extLst>
          </p:cNvPr>
          <p:cNvSpPr/>
          <p:nvPr/>
        </p:nvSpPr>
        <p:spPr bwMode="auto">
          <a:xfrm>
            <a:off x="2881656" y="4691520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10737790" name="Seta para Baixo 22">
            <a:extLst>
              <a:ext uri="{FF2B5EF4-FFF2-40B4-BE49-F238E27FC236}">
                <a16:creationId xmlns:a16="http://schemas.microsoft.com/office/drawing/2014/main" id="{2A6F4102-AF8A-1EC0-D297-3E598229EE88}"/>
              </a:ext>
            </a:extLst>
          </p:cNvPr>
          <p:cNvSpPr/>
          <p:nvPr/>
        </p:nvSpPr>
        <p:spPr bwMode="auto">
          <a:xfrm>
            <a:off x="1646509" y="4121406"/>
            <a:ext cx="219704" cy="40292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55394049" name="Seta para a Direita 23">
            <a:extLst>
              <a:ext uri="{FF2B5EF4-FFF2-40B4-BE49-F238E27FC236}">
                <a16:creationId xmlns:a16="http://schemas.microsoft.com/office/drawing/2014/main" id="{B2628F62-8789-D050-CD4E-36E55A430426}"/>
              </a:ext>
            </a:extLst>
          </p:cNvPr>
          <p:cNvSpPr/>
          <p:nvPr/>
        </p:nvSpPr>
        <p:spPr bwMode="auto">
          <a:xfrm>
            <a:off x="1846700" y="4693793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625524416" name="Seta para Baixo 25">
            <a:extLst>
              <a:ext uri="{FF2B5EF4-FFF2-40B4-BE49-F238E27FC236}">
                <a16:creationId xmlns:a16="http://schemas.microsoft.com/office/drawing/2014/main" id="{6CE3BC69-F392-5AF3-79FD-AE4223B843A0}"/>
              </a:ext>
            </a:extLst>
          </p:cNvPr>
          <p:cNvSpPr/>
          <p:nvPr/>
        </p:nvSpPr>
        <p:spPr bwMode="auto">
          <a:xfrm rot="10799990">
            <a:off x="10056141" y="4422443"/>
            <a:ext cx="265864" cy="53454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1071066161" name="Imagem 29">
            <a:extLst>
              <a:ext uri="{FF2B5EF4-FFF2-40B4-BE49-F238E27FC236}">
                <a16:creationId xmlns:a16="http://schemas.microsoft.com/office/drawing/2014/main" id="{02C7234A-4526-6F46-0E1D-413334716E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90236" y="4464545"/>
            <a:ext cx="1455261" cy="679734"/>
          </a:xfrm>
          <a:prstGeom prst="rect">
            <a:avLst/>
          </a:prstGeom>
        </p:spPr>
      </p:pic>
      <p:sp>
        <p:nvSpPr>
          <p:cNvPr id="384889349" name="Retângulo 2">
            <a:extLst>
              <a:ext uri="{FF2B5EF4-FFF2-40B4-BE49-F238E27FC236}">
                <a16:creationId xmlns:a16="http://schemas.microsoft.com/office/drawing/2014/main" id="{F372914A-34B4-09BB-5065-6D64175766AC}"/>
              </a:ext>
            </a:extLst>
          </p:cNvPr>
          <p:cNvSpPr/>
          <p:nvPr/>
        </p:nvSpPr>
        <p:spPr bwMode="auto">
          <a:xfrm>
            <a:off x="0" y="765661"/>
            <a:ext cx="12191998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74704657" name="Text Placeholder 1">
            <a:extLst>
              <a:ext uri="{FF2B5EF4-FFF2-40B4-BE49-F238E27FC236}">
                <a16:creationId xmlns:a16="http://schemas.microsoft.com/office/drawing/2014/main" id="{502EFF40-D7E0-8ACB-3F87-29B1D4F2EC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531018" y="80562"/>
            <a:ext cx="7869379" cy="628925"/>
          </a:xfrm>
        </p:spPr>
        <p:txBody>
          <a:bodyPr/>
          <a:lstStyle/>
          <a:p>
            <a:pPr>
              <a:defRPr/>
            </a:pPr>
            <a:r>
              <a:rPr lang="pt-BR" sz="2800" b="1" i="0">
                <a:solidFill>
                  <a:schemeClr val="tx1"/>
                </a:solidFill>
                <a:latin typeface="Arial"/>
              </a:rPr>
              <a:t>LOGISTICA DE MOVIMENTAÇÃO DO PAINEL</a:t>
            </a:r>
            <a:endParaRPr lang="en-US" sz="2800"/>
          </a:p>
        </p:txBody>
      </p:sp>
      <p:pic>
        <p:nvPicPr>
          <p:cNvPr id="1563849217" name="Imagem 19">
            <a:extLst>
              <a:ext uri="{FF2B5EF4-FFF2-40B4-BE49-F238E27FC236}">
                <a16:creationId xmlns:a16="http://schemas.microsoft.com/office/drawing/2014/main" id="{D8CA8E09-F243-2EF2-1BFF-CBD8405656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273135" y="1478976"/>
            <a:ext cx="3778537" cy="1764908"/>
          </a:xfrm>
          <a:prstGeom prst="rect">
            <a:avLst/>
          </a:prstGeom>
        </p:spPr>
      </p:pic>
      <p:sp>
        <p:nvSpPr>
          <p:cNvPr id="2087636222" name="Quadro 2087636221">
            <a:extLst>
              <a:ext uri="{FF2B5EF4-FFF2-40B4-BE49-F238E27FC236}">
                <a16:creationId xmlns:a16="http://schemas.microsoft.com/office/drawing/2014/main" id="{81355DFA-4BE6-E346-C7E0-78E9F99D1537}"/>
              </a:ext>
            </a:extLst>
          </p:cNvPr>
          <p:cNvSpPr/>
          <p:nvPr/>
        </p:nvSpPr>
        <p:spPr bwMode="auto">
          <a:xfrm>
            <a:off x="6814448" y="1436821"/>
            <a:ext cx="4649491" cy="1985720"/>
          </a:xfrm>
          <a:prstGeom prst="frame">
            <a:avLst>
              <a:gd name="adj1" fmla="val 125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1" name="CaixaDeTexto 4">
            <a:extLst>
              <a:ext uri="{FF2B5EF4-FFF2-40B4-BE49-F238E27FC236}">
                <a16:creationId xmlns:a16="http://schemas.microsoft.com/office/drawing/2014/main" id="{55D99507-1EE9-4231-0123-568BFDE3D0DB}"/>
              </a:ext>
            </a:extLst>
          </p:cNvPr>
          <p:cNvSpPr txBox="1"/>
          <p:nvPr/>
        </p:nvSpPr>
        <p:spPr bwMode="auto">
          <a:xfrm>
            <a:off x="9558371" y="259590"/>
            <a:ext cx="2728661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dirty="0"/>
              <a:t>Slide: </a:t>
            </a:r>
            <a:r>
              <a:rPr lang="pt-BR" dirty="0" err="1"/>
              <a:t>Katty</a:t>
            </a:r>
            <a:r>
              <a:rPr lang="pt-BR" dirty="0"/>
              <a:t> Anne</a:t>
            </a: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6D74456-C427-3E1B-5440-794A7C43C1F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522" t="3644" b="3076"/>
          <a:stretch/>
        </p:blipFill>
        <p:spPr>
          <a:xfrm>
            <a:off x="2422050" y="5376705"/>
            <a:ext cx="1346206" cy="140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888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EE68151-2BD6-EBE0-CFDF-BFAFA48EF00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277099" name="Retângulo 347277098">
            <a:extLst>
              <a:ext uri="{FF2B5EF4-FFF2-40B4-BE49-F238E27FC236}">
                <a16:creationId xmlns:a16="http://schemas.microsoft.com/office/drawing/2014/main" id="{42D041FB-1746-F4ED-189B-234AD2DA0EA9}"/>
              </a:ext>
            </a:extLst>
          </p:cNvPr>
          <p:cNvSpPr/>
          <p:nvPr/>
        </p:nvSpPr>
        <p:spPr bwMode="auto">
          <a:xfrm>
            <a:off x="5081624" y="888520"/>
            <a:ext cx="6238445" cy="5969480"/>
          </a:xfrm>
          <a:prstGeom prst="rect">
            <a:avLst/>
          </a:prstGeom>
          <a:solidFill>
            <a:srgbClr val="FFFF00">
              <a:alpha val="4899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772103561" name="Retângulo 3">
            <a:extLst>
              <a:ext uri="{FF2B5EF4-FFF2-40B4-BE49-F238E27FC236}">
                <a16:creationId xmlns:a16="http://schemas.microsoft.com/office/drawing/2014/main" id="{3CEC8148-6198-5A7F-D25E-B925E1D73833}"/>
              </a:ext>
            </a:extLst>
          </p:cNvPr>
          <p:cNvSpPr/>
          <p:nvPr/>
        </p:nvSpPr>
        <p:spPr bwMode="auto">
          <a:xfrm>
            <a:off x="781987" y="3627619"/>
            <a:ext cx="10538083" cy="80946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14920738" name="CaixaDeTexto 5">
            <a:extLst>
              <a:ext uri="{FF2B5EF4-FFF2-40B4-BE49-F238E27FC236}">
                <a16:creationId xmlns:a16="http://schemas.microsoft.com/office/drawing/2014/main" id="{9D363445-BC6E-95CB-8DCD-19C0F49DC612}"/>
              </a:ext>
            </a:extLst>
          </p:cNvPr>
          <p:cNvSpPr txBox="1"/>
          <p:nvPr/>
        </p:nvSpPr>
        <p:spPr bwMode="auto">
          <a:xfrm>
            <a:off x="5360294" y="1870349"/>
            <a:ext cx="495394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pt-BR" sz="2400" b="1">
                <a:solidFill>
                  <a:srgbClr val="FF0000"/>
                </a:solidFill>
              </a:rPr>
              <a:t>3</a:t>
            </a:r>
            <a:endParaRPr sz="2400"/>
          </a:p>
        </p:txBody>
      </p:sp>
      <p:sp>
        <p:nvSpPr>
          <p:cNvPr id="214534169" name="CaixaDeTexto 6">
            <a:extLst>
              <a:ext uri="{FF2B5EF4-FFF2-40B4-BE49-F238E27FC236}">
                <a16:creationId xmlns:a16="http://schemas.microsoft.com/office/drawing/2014/main" id="{45F1FD16-0307-6AF6-C1CE-2082AAFA5F28}"/>
              </a:ext>
            </a:extLst>
          </p:cNvPr>
          <p:cNvSpPr txBox="1"/>
          <p:nvPr/>
        </p:nvSpPr>
        <p:spPr bwMode="auto">
          <a:xfrm>
            <a:off x="8741762" y="1959765"/>
            <a:ext cx="495394" cy="427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pt-BR" sz="2200" b="1">
                <a:solidFill>
                  <a:srgbClr val="FF0000"/>
                </a:solidFill>
              </a:rPr>
              <a:t>4</a:t>
            </a:r>
            <a:endParaRPr sz="2200"/>
          </a:p>
        </p:txBody>
      </p:sp>
      <p:sp>
        <p:nvSpPr>
          <p:cNvPr id="160806173" name="Retângulo 11">
            <a:extLst>
              <a:ext uri="{FF2B5EF4-FFF2-40B4-BE49-F238E27FC236}">
                <a16:creationId xmlns:a16="http://schemas.microsoft.com/office/drawing/2014/main" id="{3C4FDF6C-15CF-6610-6832-A31729C0C82B}"/>
              </a:ext>
            </a:extLst>
          </p:cNvPr>
          <p:cNvSpPr/>
          <p:nvPr/>
        </p:nvSpPr>
        <p:spPr bwMode="auto">
          <a:xfrm>
            <a:off x="5941101" y="1307890"/>
            <a:ext cx="104931" cy="557634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017605397" name="Retângulo 12">
            <a:extLst>
              <a:ext uri="{FF2B5EF4-FFF2-40B4-BE49-F238E27FC236}">
                <a16:creationId xmlns:a16="http://schemas.microsoft.com/office/drawing/2014/main" id="{6FC7A738-0E9A-EBA4-BAF1-2DF1C92016BF}"/>
              </a:ext>
            </a:extLst>
          </p:cNvPr>
          <p:cNvSpPr/>
          <p:nvPr/>
        </p:nvSpPr>
        <p:spPr bwMode="auto">
          <a:xfrm>
            <a:off x="9236437" y="1307889"/>
            <a:ext cx="104931" cy="557634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21010269" name="Retângulo 13">
            <a:extLst>
              <a:ext uri="{FF2B5EF4-FFF2-40B4-BE49-F238E27FC236}">
                <a16:creationId xmlns:a16="http://schemas.microsoft.com/office/drawing/2014/main" id="{940EF1F5-9205-6CC0-6A1B-28839D4991AE}"/>
              </a:ext>
            </a:extLst>
          </p:cNvPr>
          <p:cNvSpPr/>
          <p:nvPr/>
        </p:nvSpPr>
        <p:spPr bwMode="auto">
          <a:xfrm>
            <a:off x="5993566" y="5040443"/>
            <a:ext cx="3242871" cy="4347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702543173" name="CaixaDeTexto 1">
            <a:extLst>
              <a:ext uri="{FF2B5EF4-FFF2-40B4-BE49-F238E27FC236}">
                <a16:creationId xmlns:a16="http://schemas.microsoft.com/office/drawing/2014/main" id="{BD637B25-8E91-51C4-E2D0-B23641F6BB07}"/>
              </a:ext>
            </a:extLst>
          </p:cNvPr>
          <p:cNvSpPr txBox="1"/>
          <p:nvPr/>
        </p:nvSpPr>
        <p:spPr bwMode="auto">
          <a:xfrm>
            <a:off x="738205" y="1019570"/>
            <a:ext cx="2840634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TRAJETO GABARITO</a:t>
            </a:r>
            <a:endParaRPr/>
          </a:p>
        </p:txBody>
      </p:sp>
      <p:sp>
        <p:nvSpPr>
          <p:cNvPr id="578447397" name="CaixaDeTexto 2">
            <a:extLst>
              <a:ext uri="{FF2B5EF4-FFF2-40B4-BE49-F238E27FC236}">
                <a16:creationId xmlns:a16="http://schemas.microsoft.com/office/drawing/2014/main" id="{C23E737F-D8F0-9FB1-94D5-1BF6E3B31449}"/>
              </a:ext>
            </a:extLst>
          </p:cNvPr>
          <p:cNvSpPr txBox="1"/>
          <p:nvPr/>
        </p:nvSpPr>
        <p:spPr bwMode="auto">
          <a:xfrm>
            <a:off x="6095999" y="1204236"/>
            <a:ext cx="334222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ÁREA PONTE ROLANTE</a:t>
            </a:r>
            <a:endParaRPr/>
          </a:p>
        </p:txBody>
      </p:sp>
      <p:sp>
        <p:nvSpPr>
          <p:cNvPr id="1112570610" name="Seta para a Direita 15">
            <a:extLst>
              <a:ext uri="{FF2B5EF4-FFF2-40B4-BE49-F238E27FC236}">
                <a16:creationId xmlns:a16="http://schemas.microsoft.com/office/drawing/2014/main" id="{161287AB-387A-78D8-A4DC-08D99C4408BC}"/>
              </a:ext>
            </a:extLst>
          </p:cNvPr>
          <p:cNvSpPr/>
          <p:nvPr/>
        </p:nvSpPr>
        <p:spPr bwMode="auto">
          <a:xfrm>
            <a:off x="4328830" y="3839258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7490575" name="Seta para a Direita 18">
            <a:extLst>
              <a:ext uri="{FF2B5EF4-FFF2-40B4-BE49-F238E27FC236}">
                <a16:creationId xmlns:a16="http://schemas.microsoft.com/office/drawing/2014/main" id="{DB1E1C4B-7536-BA6D-A24B-061B6A61612F}"/>
              </a:ext>
            </a:extLst>
          </p:cNvPr>
          <p:cNvSpPr/>
          <p:nvPr/>
        </p:nvSpPr>
        <p:spPr bwMode="auto">
          <a:xfrm>
            <a:off x="938773" y="3839632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1421551210" name="Imagem 19">
            <a:extLst>
              <a:ext uri="{FF2B5EF4-FFF2-40B4-BE49-F238E27FC236}">
                <a16:creationId xmlns:a16="http://schemas.microsoft.com/office/drawing/2014/main" id="{357D19F5-C9CB-1931-CBD2-AD9BAD042F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58523" y="3676754"/>
            <a:ext cx="1455261" cy="679734"/>
          </a:xfrm>
          <a:prstGeom prst="rect">
            <a:avLst/>
          </a:prstGeom>
        </p:spPr>
      </p:pic>
      <p:sp>
        <p:nvSpPr>
          <p:cNvPr id="401466048" name="Retângulo 2">
            <a:extLst>
              <a:ext uri="{FF2B5EF4-FFF2-40B4-BE49-F238E27FC236}">
                <a16:creationId xmlns:a16="http://schemas.microsoft.com/office/drawing/2014/main" id="{51ADA44A-2620-3AD8-B3CE-12E79A04B553}"/>
              </a:ext>
            </a:extLst>
          </p:cNvPr>
          <p:cNvSpPr/>
          <p:nvPr/>
        </p:nvSpPr>
        <p:spPr bwMode="auto">
          <a:xfrm>
            <a:off x="0" y="765661"/>
            <a:ext cx="12191998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801096634" name="Text Placeholder 1">
            <a:extLst>
              <a:ext uri="{FF2B5EF4-FFF2-40B4-BE49-F238E27FC236}">
                <a16:creationId xmlns:a16="http://schemas.microsoft.com/office/drawing/2014/main" id="{754E3B16-4AE5-17DA-4331-4B0C83C5A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1419522" y="68365"/>
            <a:ext cx="7869379" cy="628925"/>
          </a:xfrm>
        </p:spPr>
        <p:txBody>
          <a:bodyPr/>
          <a:lstStyle/>
          <a:p>
            <a:pPr>
              <a:defRPr/>
            </a:pPr>
            <a:r>
              <a:rPr lang="pt-BR" sz="2800" b="1" i="0">
                <a:solidFill>
                  <a:schemeClr val="tx1"/>
                </a:solidFill>
                <a:latin typeface="Arial"/>
              </a:rPr>
              <a:t>LOGISTICA DE MOVIMENTAÇÃO DO PAINEL</a:t>
            </a:r>
            <a:endParaRPr lang="en-US" sz="2800"/>
          </a:p>
        </p:txBody>
      </p:sp>
      <p:sp>
        <p:nvSpPr>
          <p:cNvPr id="1823424330" name="CaixaDeTexto 1823424329">
            <a:extLst>
              <a:ext uri="{FF2B5EF4-FFF2-40B4-BE49-F238E27FC236}">
                <a16:creationId xmlns:a16="http://schemas.microsoft.com/office/drawing/2014/main" id="{7C1AD87C-65D7-6F24-B9D9-E1F4B27A50C6}"/>
              </a:ext>
            </a:extLst>
          </p:cNvPr>
          <p:cNvSpPr txBox="1"/>
          <p:nvPr/>
        </p:nvSpPr>
        <p:spPr bwMode="auto">
          <a:xfrm>
            <a:off x="6510285" y="3857127"/>
            <a:ext cx="2231477" cy="366119"/>
          </a:xfrm>
          <a:prstGeom prst="rect">
            <a:avLst/>
          </a:prstGeom>
          <a:solidFill>
            <a:srgbClr val="FFFF00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/>
              <a:t>AREA RESTRITA</a:t>
            </a:r>
            <a:endParaRPr/>
          </a:p>
        </p:txBody>
      </p:sp>
      <p:sp>
        <p:nvSpPr>
          <p:cNvPr id="20" name="CaixaDeTexto 4">
            <a:extLst>
              <a:ext uri="{FF2B5EF4-FFF2-40B4-BE49-F238E27FC236}">
                <a16:creationId xmlns:a16="http://schemas.microsoft.com/office/drawing/2014/main" id="{50AC93C9-18AB-CE32-7485-EE1BA07FD9E6}"/>
              </a:ext>
            </a:extLst>
          </p:cNvPr>
          <p:cNvSpPr txBox="1"/>
          <p:nvPr/>
        </p:nvSpPr>
        <p:spPr bwMode="auto">
          <a:xfrm>
            <a:off x="9558371" y="259590"/>
            <a:ext cx="2728661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dirty="0"/>
              <a:t>Slide: </a:t>
            </a:r>
            <a:r>
              <a:rPr lang="pt-BR" dirty="0" err="1"/>
              <a:t>Katty</a:t>
            </a:r>
            <a:r>
              <a:rPr lang="pt-BR" dirty="0"/>
              <a:t> Anne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5045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449959" name="Retângulo 3"/>
          <p:cNvSpPr/>
          <p:nvPr/>
        </p:nvSpPr>
        <p:spPr bwMode="auto">
          <a:xfrm>
            <a:off x="1267095" y="2140808"/>
            <a:ext cx="929389" cy="452481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22228516" name="Retângulo 4"/>
          <p:cNvSpPr/>
          <p:nvPr/>
        </p:nvSpPr>
        <p:spPr bwMode="auto">
          <a:xfrm>
            <a:off x="570051" y="2218928"/>
            <a:ext cx="374753" cy="116144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47110860" name="Retângulo 5"/>
          <p:cNvSpPr/>
          <p:nvPr/>
        </p:nvSpPr>
        <p:spPr bwMode="auto">
          <a:xfrm>
            <a:off x="2196485" y="4539233"/>
            <a:ext cx="8274570" cy="65331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26670086" name="CaixaDeTexto 10"/>
          <p:cNvSpPr txBox="1"/>
          <p:nvPr/>
        </p:nvSpPr>
        <p:spPr bwMode="auto">
          <a:xfrm>
            <a:off x="8734695" y="3450375"/>
            <a:ext cx="495394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srgbClr val="FF0000"/>
                </a:solidFill>
              </a:rPr>
              <a:t>2</a:t>
            </a:r>
            <a:endParaRPr/>
          </a:p>
        </p:txBody>
      </p:sp>
      <p:sp>
        <p:nvSpPr>
          <p:cNvPr id="2029585429" name="CaixaDeTexto 1"/>
          <p:cNvSpPr txBox="1"/>
          <p:nvPr/>
        </p:nvSpPr>
        <p:spPr bwMode="auto">
          <a:xfrm>
            <a:off x="570049" y="1641375"/>
            <a:ext cx="3688300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ÁREA DE RECEBIMENTO</a:t>
            </a:r>
            <a:endParaRPr/>
          </a:p>
        </p:txBody>
      </p:sp>
      <p:sp>
        <p:nvSpPr>
          <p:cNvPr id="683562203" name="CaixaDeTexto 2"/>
          <p:cNvSpPr txBox="1"/>
          <p:nvPr/>
        </p:nvSpPr>
        <p:spPr bwMode="auto">
          <a:xfrm>
            <a:off x="7888279" y="1678376"/>
            <a:ext cx="2841354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ÁREA DE INSPEÇÃO</a:t>
            </a:r>
            <a:endParaRPr/>
          </a:p>
        </p:txBody>
      </p:sp>
      <p:pic>
        <p:nvPicPr>
          <p:cNvPr id="191048431" name="Imagem 1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58289" y="2449252"/>
            <a:ext cx="2659638" cy="1518699"/>
          </a:xfrm>
          <a:prstGeom prst="rect">
            <a:avLst/>
          </a:prstGeom>
        </p:spPr>
      </p:pic>
      <p:sp>
        <p:nvSpPr>
          <p:cNvPr id="1522647317" name="Retângulo 16"/>
          <p:cNvSpPr/>
          <p:nvPr/>
        </p:nvSpPr>
        <p:spPr bwMode="auto">
          <a:xfrm>
            <a:off x="570050" y="3826051"/>
            <a:ext cx="374753" cy="116144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137065253" name="Seta para a Direita 24"/>
          <p:cNvSpPr/>
          <p:nvPr/>
        </p:nvSpPr>
        <p:spPr bwMode="auto">
          <a:xfrm rot="10799990">
            <a:off x="9352925" y="4812348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76953443" name="Seta para a Direita 25"/>
          <p:cNvSpPr/>
          <p:nvPr/>
        </p:nvSpPr>
        <p:spPr bwMode="auto">
          <a:xfrm rot="10799990">
            <a:off x="7901329" y="4814153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18689023" name="Seta para a Direita 26"/>
          <p:cNvSpPr/>
          <p:nvPr/>
        </p:nvSpPr>
        <p:spPr bwMode="auto">
          <a:xfrm rot="10799990">
            <a:off x="6629328" y="4812440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17849982" name="Seta para a Direita 27"/>
          <p:cNvSpPr/>
          <p:nvPr/>
        </p:nvSpPr>
        <p:spPr bwMode="auto">
          <a:xfrm rot="10799990">
            <a:off x="5573523" y="4814245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38680922" name="Seta para a Direita 28"/>
          <p:cNvSpPr/>
          <p:nvPr/>
        </p:nvSpPr>
        <p:spPr bwMode="auto">
          <a:xfrm rot="10799990">
            <a:off x="3359813" y="4810541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07490042" name="Seta para a Direita 29"/>
          <p:cNvSpPr/>
          <p:nvPr/>
        </p:nvSpPr>
        <p:spPr bwMode="auto">
          <a:xfrm rot="10799990">
            <a:off x="2290359" y="4812347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065287596" name="CaixaDeTexto 31"/>
          <p:cNvSpPr txBox="1"/>
          <p:nvPr/>
        </p:nvSpPr>
        <p:spPr bwMode="auto">
          <a:xfrm rot="16199969">
            <a:off x="109150" y="4141298"/>
            <a:ext cx="1292571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Painel 1</a:t>
            </a:r>
          </a:p>
        </p:txBody>
      </p:sp>
      <p:sp>
        <p:nvSpPr>
          <p:cNvPr id="1429005065" name="CaixaDeTexto 32"/>
          <p:cNvSpPr txBox="1"/>
          <p:nvPr/>
        </p:nvSpPr>
        <p:spPr bwMode="auto">
          <a:xfrm rot="16199969">
            <a:off x="73050" y="2538450"/>
            <a:ext cx="1317734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Painel 2</a:t>
            </a:r>
          </a:p>
        </p:txBody>
      </p:sp>
      <p:sp>
        <p:nvSpPr>
          <p:cNvPr id="1755101182" name="Seta para a Direita 33"/>
          <p:cNvSpPr/>
          <p:nvPr/>
        </p:nvSpPr>
        <p:spPr bwMode="auto">
          <a:xfrm rot="10799990">
            <a:off x="1360298" y="4805249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58975257" name="Seta para a Direita 34"/>
          <p:cNvSpPr/>
          <p:nvPr/>
        </p:nvSpPr>
        <p:spPr bwMode="auto">
          <a:xfrm rot="10799990">
            <a:off x="1360298" y="2900929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895407714" name="Imagem 3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293929" y="4556783"/>
            <a:ext cx="1001164" cy="571681"/>
          </a:xfrm>
          <a:prstGeom prst="rect">
            <a:avLst/>
          </a:prstGeom>
        </p:spPr>
      </p:pic>
      <p:pic>
        <p:nvPicPr>
          <p:cNvPr id="1711449950" name="Imagem 3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69">
            <a:off x="1247767" y="3407753"/>
            <a:ext cx="976875" cy="856333"/>
          </a:xfrm>
          <a:prstGeom prst="rect">
            <a:avLst/>
          </a:prstGeom>
        </p:spPr>
      </p:pic>
      <p:pic>
        <p:nvPicPr>
          <p:cNvPr id="1544675077" name="Imagem 4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821011" y="4556783"/>
            <a:ext cx="1001164" cy="571681"/>
          </a:xfrm>
          <a:prstGeom prst="rect">
            <a:avLst/>
          </a:prstGeom>
        </p:spPr>
      </p:pic>
      <p:sp>
        <p:nvSpPr>
          <p:cNvPr id="728108275" name="Retângulo 2"/>
          <p:cNvSpPr/>
          <p:nvPr/>
        </p:nvSpPr>
        <p:spPr bwMode="auto">
          <a:xfrm>
            <a:off x="0" y="765661"/>
            <a:ext cx="12191998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66552648" name="CaixaDeTexto 4"/>
          <p:cNvSpPr txBox="1"/>
          <p:nvPr/>
        </p:nvSpPr>
        <p:spPr bwMode="auto">
          <a:xfrm>
            <a:off x="9558371" y="259590"/>
            <a:ext cx="2728661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dirty="0"/>
              <a:t>Slide: </a:t>
            </a:r>
            <a:r>
              <a:rPr lang="pt-BR" dirty="0" err="1"/>
              <a:t>Katty</a:t>
            </a:r>
            <a:r>
              <a:rPr lang="pt-BR" dirty="0"/>
              <a:t> Anne</a:t>
            </a:r>
            <a:endParaRPr dirty="0"/>
          </a:p>
        </p:txBody>
      </p:sp>
      <p:sp>
        <p:nvSpPr>
          <p:cNvPr id="30665235" name="Text Placeholder 1"/>
          <p:cNvSpPr>
            <a:spLocks noGrp="1"/>
          </p:cNvSpPr>
          <p:nvPr/>
        </p:nvSpPr>
        <p:spPr bwMode="auto">
          <a:xfrm>
            <a:off x="1439577" y="68365"/>
            <a:ext cx="7869379" cy="628925"/>
          </a:xfrm>
        </p:spPr>
        <p:txBody>
          <a:bodyPr anchor="ctr"/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Arial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2800" b="1" i="0">
                <a:solidFill>
                  <a:schemeClr val="tx1"/>
                </a:solidFill>
                <a:latin typeface="Arial"/>
              </a:rPr>
              <a:t>LOGISTICA DE MOVIMENTAÇÃO DO PAINEL</a:t>
            </a:r>
            <a:endParaRPr lang="en-US" sz="2800"/>
          </a:p>
        </p:txBody>
      </p:sp>
      <p:sp>
        <p:nvSpPr>
          <p:cNvPr id="847317194" name="Quadro 847317193"/>
          <p:cNvSpPr/>
          <p:nvPr/>
        </p:nvSpPr>
        <p:spPr bwMode="auto">
          <a:xfrm>
            <a:off x="7589364" y="2163304"/>
            <a:ext cx="3277245" cy="2227881"/>
          </a:xfrm>
          <a:prstGeom prst="frame">
            <a:avLst>
              <a:gd name="adj1" fmla="val 125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640290" name="Retângulo 3"/>
          <p:cNvSpPr/>
          <p:nvPr/>
        </p:nvSpPr>
        <p:spPr bwMode="auto">
          <a:xfrm>
            <a:off x="1298824" y="2019981"/>
            <a:ext cx="929389" cy="463961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010297359" name="Retângulo 4"/>
          <p:cNvSpPr/>
          <p:nvPr/>
        </p:nvSpPr>
        <p:spPr bwMode="auto">
          <a:xfrm>
            <a:off x="601780" y="2098101"/>
            <a:ext cx="374753" cy="14390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16841947" name="Retângulo 5"/>
          <p:cNvSpPr/>
          <p:nvPr/>
        </p:nvSpPr>
        <p:spPr bwMode="auto">
          <a:xfrm>
            <a:off x="2228214" y="4418406"/>
            <a:ext cx="8274570" cy="80946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051392755" name="CaixaDeTexto 6"/>
          <p:cNvSpPr txBox="1"/>
          <p:nvPr/>
        </p:nvSpPr>
        <p:spPr bwMode="auto">
          <a:xfrm>
            <a:off x="578260" y="963837"/>
            <a:ext cx="3687580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ÁREA DE RECEBIMENTO</a:t>
            </a:r>
            <a:endParaRPr/>
          </a:p>
        </p:txBody>
      </p:sp>
      <p:sp>
        <p:nvSpPr>
          <p:cNvPr id="459793483" name="CaixaDeTexto 7"/>
          <p:cNvSpPr txBox="1"/>
          <p:nvPr/>
        </p:nvSpPr>
        <p:spPr bwMode="auto">
          <a:xfrm>
            <a:off x="7827135" y="963837"/>
            <a:ext cx="2840634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ÁREA DE INSPEÇÃO</a:t>
            </a:r>
            <a:endParaRPr/>
          </a:p>
        </p:txBody>
      </p:sp>
      <p:sp>
        <p:nvSpPr>
          <p:cNvPr id="201395427" name="Retângulo 9"/>
          <p:cNvSpPr/>
          <p:nvPr/>
        </p:nvSpPr>
        <p:spPr bwMode="auto">
          <a:xfrm>
            <a:off x="601779" y="3705224"/>
            <a:ext cx="374753" cy="14390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241297017" name="Imagem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69">
            <a:off x="916913" y="2685782"/>
            <a:ext cx="1741354" cy="813364"/>
          </a:xfrm>
          <a:prstGeom prst="rect">
            <a:avLst/>
          </a:prstGeom>
        </p:spPr>
      </p:pic>
      <p:sp>
        <p:nvSpPr>
          <p:cNvPr id="330517515" name="CaixaDeTexto 12"/>
          <p:cNvSpPr txBox="1"/>
          <p:nvPr/>
        </p:nvSpPr>
        <p:spPr bwMode="auto">
          <a:xfrm rot="16199969">
            <a:off x="159052" y="4233740"/>
            <a:ext cx="125478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Painel 1</a:t>
            </a:r>
          </a:p>
        </p:txBody>
      </p:sp>
      <p:sp>
        <p:nvSpPr>
          <p:cNvPr id="757076591" name="CaixaDeTexto 13"/>
          <p:cNvSpPr txBox="1"/>
          <p:nvPr/>
        </p:nvSpPr>
        <p:spPr bwMode="auto">
          <a:xfrm rot="16199969">
            <a:off x="135533" y="2632964"/>
            <a:ext cx="125478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Painel 2</a:t>
            </a:r>
          </a:p>
        </p:txBody>
      </p:sp>
      <p:sp>
        <p:nvSpPr>
          <p:cNvPr id="174478274" name="Seta para a Direita 15"/>
          <p:cNvSpPr/>
          <p:nvPr/>
        </p:nvSpPr>
        <p:spPr bwMode="auto">
          <a:xfrm>
            <a:off x="9003758" y="4689714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13740682" name="Seta para a Direita 16"/>
          <p:cNvSpPr/>
          <p:nvPr/>
        </p:nvSpPr>
        <p:spPr bwMode="auto">
          <a:xfrm>
            <a:off x="7755634" y="4693326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30287755" name="Seta para a Direita 17"/>
          <p:cNvSpPr/>
          <p:nvPr/>
        </p:nvSpPr>
        <p:spPr bwMode="auto">
          <a:xfrm>
            <a:off x="6497281" y="4691613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69897801" name="Seta para a Direita 18"/>
          <p:cNvSpPr/>
          <p:nvPr/>
        </p:nvSpPr>
        <p:spPr bwMode="auto">
          <a:xfrm>
            <a:off x="5236756" y="4693419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58610877" name="Seta para a Direita 19"/>
          <p:cNvSpPr/>
          <p:nvPr/>
        </p:nvSpPr>
        <p:spPr bwMode="auto">
          <a:xfrm>
            <a:off x="4019348" y="4689714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1385299" name="Seta para a Direita 20"/>
          <p:cNvSpPr/>
          <p:nvPr/>
        </p:nvSpPr>
        <p:spPr bwMode="auto">
          <a:xfrm>
            <a:off x="2881656" y="4691520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10737790" name="Seta para Baixo 22"/>
          <p:cNvSpPr/>
          <p:nvPr/>
        </p:nvSpPr>
        <p:spPr bwMode="auto">
          <a:xfrm>
            <a:off x="1646509" y="4121406"/>
            <a:ext cx="219704" cy="40292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55394049" name="Seta para a Direita 23"/>
          <p:cNvSpPr/>
          <p:nvPr/>
        </p:nvSpPr>
        <p:spPr bwMode="auto">
          <a:xfrm>
            <a:off x="1846700" y="4693793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625524416" name="Seta para Baixo 25"/>
          <p:cNvSpPr/>
          <p:nvPr/>
        </p:nvSpPr>
        <p:spPr bwMode="auto">
          <a:xfrm rot="10799990">
            <a:off x="10056141" y="4422443"/>
            <a:ext cx="265864" cy="53454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1071066161" name="Imagem 2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90236" y="4464545"/>
            <a:ext cx="1455261" cy="679734"/>
          </a:xfrm>
          <a:prstGeom prst="rect">
            <a:avLst/>
          </a:prstGeom>
        </p:spPr>
      </p:pic>
      <p:sp>
        <p:nvSpPr>
          <p:cNvPr id="384889349" name="Retângulo 2"/>
          <p:cNvSpPr/>
          <p:nvPr/>
        </p:nvSpPr>
        <p:spPr bwMode="auto">
          <a:xfrm>
            <a:off x="0" y="765661"/>
            <a:ext cx="12191998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74704657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531018" y="80562"/>
            <a:ext cx="7869379" cy="628925"/>
          </a:xfrm>
        </p:spPr>
        <p:txBody>
          <a:bodyPr/>
          <a:lstStyle/>
          <a:p>
            <a:pPr>
              <a:defRPr/>
            </a:pPr>
            <a:r>
              <a:rPr lang="pt-BR" sz="2800" b="1" i="0">
                <a:solidFill>
                  <a:schemeClr val="tx1"/>
                </a:solidFill>
                <a:latin typeface="Arial"/>
              </a:rPr>
              <a:t>LOGISTICA DE MOVIMENTAÇÃO DO PAINEL</a:t>
            </a:r>
            <a:endParaRPr lang="en-US" sz="2800"/>
          </a:p>
        </p:txBody>
      </p:sp>
      <p:pic>
        <p:nvPicPr>
          <p:cNvPr id="1563849217" name="Imagem 1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273135" y="1478976"/>
            <a:ext cx="3778537" cy="1764908"/>
          </a:xfrm>
          <a:prstGeom prst="rect">
            <a:avLst/>
          </a:prstGeom>
        </p:spPr>
      </p:pic>
      <p:sp>
        <p:nvSpPr>
          <p:cNvPr id="2087636222" name="Quadro 2087636221"/>
          <p:cNvSpPr/>
          <p:nvPr/>
        </p:nvSpPr>
        <p:spPr bwMode="auto">
          <a:xfrm>
            <a:off x="6814448" y="1436821"/>
            <a:ext cx="4649491" cy="1985720"/>
          </a:xfrm>
          <a:prstGeom prst="frame">
            <a:avLst>
              <a:gd name="adj1" fmla="val 125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1" name="CaixaDeTexto 4"/>
          <p:cNvSpPr txBox="1"/>
          <p:nvPr/>
        </p:nvSpPr>
        <p:spPr bwMode="auto">
          <a:xfrm>
            <a:off x="9558371" y="259590"/>
            <a:ext cx="2728661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dirty="0"/>
              <a:t>Slide: </a:t>
            </a:r>
            <a:r>
              <a:rPr lang="pt-BR" dirty="0" err="1"/>
              <a:t>Katty</a:t>
            </a:r>
            <a:r>
              <a:rPr lang="pt-BR" dirty="0"/>
              <a:t> Anne</a:t>
            </a:r>
            <a:endParaRPr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l="8522" t="3644" b="3076"/>
          <a:stretch/>
        </p:blipFill>
        <p:spPr>
          <a:xfrm>
            <a:off x="2422050" y="5376705"/>
            <a:ext cx="1346206" cy="14049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277099" name="Retângulo 347277098"/>
          <p:cNvSpPr/>
          <p:nvPr/>
        </p:nvSpPr>
        <p:spPr bwMode="auto">
          <a:xfrm>
            <a:off x="5081624" y="888520"/>
            <a:ext cx="6238445" cy="5969480"/>
          </a:xfrm>
          <a:prstGeom prst="rect">
            <a:avLst/>
          </a:prstGeom>
          <a:solidFill>
            <a:srgbClr val="FFFF00">
              <a:alpha val="4899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772103561" name="Retângulo 3"/>
          <p:cNvSpPr/>
          <p:nvPr/>
        </p:nvSpPr>
        <p:spPr bwMode="auto">
          <a:xfrm>
            <a:off x="781987" y="3627619"/>
            <a:ext cx="10538083" cy="80946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14920738" name="CaixaDeTexto 5"/>
          <p:cNvSpPr txBox="1"/>
          <p:nvPr/>
        </p:nvSpPr>
        <p:spPr bwMode="auto">
          <a:xfrm>
            <a:off x="5360294" y="1870349"/>
            <a:ext cx="495394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pt-BR" sz="2400" b="1">
                <a:solidFill>
                  <a:srgbClr val="FF0000"/>
                </a:solidFill>
              </a:rPr>
              <a:t>3</a:t>
            </a:r>
            <a:endParaRPr sz="2400"/>
          </a:p>
        </p:txBody>
      </p:sp>
      <p:sp>
        <p:nvSpPr>
          <p:cNvPr id="214534169" name="CaixaDeTexto 6"/>
          <p:cNvSpPr txBox="1"/>
          <p:nvPr/>
        </p:nvSpPr>
        <p:spPr bwMode="auto">
          <a:xfrm>
            <a:off x="8741762" y="1959765"/>
            <a:ext cx="495394" cy="427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pt-BR" sz="2200" b="1">
                <a:solidFill>
                  <a:srgbClr val="FF0000"/>
                </a:solidFill>
              </a:rPr>
              <a:t>4</a:t>
            </a:r>
            <a:endParaRPr sz="2200"/>
          </a:p>
        </p:txBody>
      </p:sp>
      <p:sp>
        <p:nvSpPr>
          <p:cNvPr id="160806173" name="Retângulo 11"/>
          <p:cNvSpPr/>
          <p:nvPr/>
        </p:nvSpPr>
        <p:spPr bwMode="auto">
          <a:xfrm>
            <a:off x="5941101" y="1307890"/>
            <a:ext cx="104931" cy="557634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017605397" name="Retângulo 12"/>
          <p:cNvSpPr/>
          <p:nvPr/>
        </p:nvSpPr>
        <p:spPr bwMode="auto">
          <a:xfrm>
            <a:off x="9236437" y="1307889"/>
            <a:ext cx="104931" cy="557634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21010269" name="Retângulo 13"/>
          <p:cNvSpPr/>
          <p:nvPr/>
        </p:nvSpPr>
        <p:spPr bwMode="auto">
          <a:xfrm>
            <a:off x="5993566" y="5040443"/>
            <a:ext cx="3242871" cy="4347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702543173" name="CaixaDeTexto 1"/>
          <p:cNvSpPr txBox="1"/>
          <p:nvPr/>
        </p:nvSpPr>
        <p:spPr bwMode="auto">
          <a:xfrm>
            <a:off x="738205" y="1019570"/>
            <a:ext cx="2840634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TRAJETO GABARITO</a:t>
            </a:r>
            <a:endParaRPr/>
          </a:p>
        </p:txBody>
      </p:sp>
      <p:sp>
        <p:nvSpPr>
          <p:cNvPr id="578447397" name="CaixaDeTexto 2"/>
          <p:cNvSpPr txBox="1"/>
          <p:nvPr/>
        </p:nvSpPr>
        <p:spPr bwMode="auto">
          <a:xfrm>
            <a:off x="6095999" y="1204236"/>
            <a:ext cx="334222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ÁREA PONTE ROLANTE</a:t>
            </a:r>
            <a:endParaRPr/>
          </a:p>
        </p:txBody>
      </p:sp>
      <p:sp>
        <p:nvSpPr>
          <p:cNvPr id="1112570610" name="Seta para a Direita 15"/>
          <p:cNvSpPr/>
          <p:nvPr/>
        </p:nvSpPr>
        <p:spPr bwMode="auto">
          <a:xfrm>
            <a:off x="4328830" y="3839258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7490575" name="Seta para a Direita 18"/>
          <p:cNvSpPr/>
          <p:nvPr/>
        </p:nvSpPr>
        <p:spPr bwMode="auto">
          <a:xfrm>
            <a:off x="938773" y="3839632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1421551210" name="Imagem 1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58523" y="3676754"/>
            <a:ext cx="1455261" cy="679734"/>
          </a:xfrm>
          <a:prstGeom prst="rect">
            <a:avLst/>
          </a:prstGeom>
        </p:spPr>
      </p:pic>
      <p:sp>
        <p:nvSpPr>
          <p:cNvPr id="401466048" name="Retângulo 2"/>
          <p:cNvSpPr/>
          <p:nvPr/>
        </p:nvSpPr>
        <p:spPr bwMode="auto">
          <a:xfrm>
            <a:off x="0" y="765661"/>
            <a:ext cx="12191998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801096634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419522" y="68365"/>
            <a:ext cx="7869379" cy="628925"/>
          </a:xfrm>
        </p:spPr>
        <p:txBody>
          <a:bodyPr/>
          <a:lstStyle/>
          <a:p>
            <a:pPr>
              <a:defRPr/>
            </a:pPr>
            <a:r>
              <a:rPr lang="pt-BR" sz="2800" b="1" i="0">
                <a:solidFill>
                  <a:schemeClr val="tx1"/>
                </a:solidFill>
                <a:latin typeface="Arial"/>
              </a:rPr>
              <a:t>LOGISTICA DE MOVIMENTAÇÃO DO PAINEL</a:t>
            </a:r>
            <a:endParaRPr lang="en-US" sz="2800"/>
          </a:p>
        </p:txBody>
      </p:sp>
      <p:sp>
        <p:nvSpPr>
          <p:cNvPr id="1823424330" name="CaixaDeTexto 1823424329"/>
          <p:cNvSpPr txBox="1"/>
          <p:nvPr/>
        </p:nvSpPr>
        <p:spPr bwMode="auto">
          <a:xfrm>
            <a:off x="6510285" y="3857127"/>
            <a:ext cx="2231477" cy="366119"/>
          </a:xfrm>
          <a:prstGeom prst="rect">
            <a:avLst/>
          </a:prstGeom>
          <a:solidFill>
            <a:srgbClr val="FFFF00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/>
              <a:t>AREA RESTRITA</a:t>
            </a:r>
            <a:endParaRPr/>
          </a:p>
        </p:txBody>
      </p:sp>
      <p:sp>
        <p:nvSpPr>
          <p:cNvPr id="20" name="CaixaDeTexto 4"/>
          <p:cNvSpPr txBox="1"/>
          <p:nvPr/>
        </p:nvSpPr>
        <p:spPr bwMode="auto">
          <a:xfrm>
            <a:off x="9558371" y="259590"/>
            <a:ext cx="2728661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dirty="0"/>
              <a:t>Slide: </a:t>
            </a:r>
            <a:r>
              <a:rPr lang="pt-BR" dirty="0" err="1"/>
              <a:t>Katty</a:t>
            </a:r>
            <a:r>
              <a:rPr lang="pt-BR" dirty="0"/>
              <a:t> Anne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009842" name="Retângulo 2"/>
          <p:cNvSpPr/>
          <p:nvPr/>
        </p:nvSpPr>
        <p:spPr bwMode="auto">
          <a:xfrm>
            <a:off x="0" y="765662"/>
            <a:ext cx="12191999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83858264" name="CaixaDeTexto 4"/>
          <p:cNvSpPr txBox="1"/>
          <p:nvPr/>
        </p:nvSpPr>
        <p:spPr bwMode="auto">
          <a:xfrm>
            <a:off x="9558372" y="259591"/>
            <a:ext cx="2716422" cy="36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dirty="0"/>
              <a:t>Slide: Eliza Eduarda</a:t>
            </a:r>
            <a:endParaRPr dirty="0"/>
          </a:p>
        </p:txBody>
      </p:sp>
      <p:sp>
        <p:nvSpPr>
          <p:cNvPr id="779595525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851647" y="68365"/>
            <a:ext cx="8467550" cy="628926"/>
          </a:xfrm>
        </p:spPr>
        <p:txBody>
          <a:bodyPr/>
          <a:lstStyle/>
          <a:p>
            <a:pPr>
              <a:defRPr/>
            </a:pPr>
            <a:r>
              <a:rPr lang="pt-BR" sz="2800" b="1" dirty="0">
                <a:solidFill>
                  <a:schemeClr val="tx1"/>
                </a:solidFill>
              </a:rPr>
              <a:t>ERGONOMIA E SEGURANÇA </a:t>
            </a:r>
            <a:r>
              <a:rPr lang="pt-BR" sz="2800" b="1" i="0" dirty="0">
                <a:solidFill>
                  <a:schemeClr val="tx1"/>
                </a:solidFill>
                <a:latin typeface="Arial"/>
              </a:rPr>
              <a:t>NA OPERAÇÃO</a:t>
            </a:r>
            <a:endParaRPr lang="en-US" sz="2800" dirty="0"/>
          </a:p>
        </p:txBody>
      </p:sp>
      <p:sp>
        <p:nvSpPr>
          <p:cNvPr id="11" name="CaixaDeTexto 2">
            <a:extLst>
              <a:ext uri="{FF2B5EF4-FFF2-40B4-BE49-F238E27FC236}">
                <a16:creationId xmlns:a16="http://schemas.microsoft.com/office/drawing/2014/main" id="{84089E74-765E-4B4C-88B9-488C2666B0B3}"/>
              </a:ext>
            </a:extLst>
          </p:cNvPr>
          <p:cNvSpPr txBox="1"/>
          <p:nvPr/>
        </p:nvSpPr>
        <p:spPr bwMode="auto">
          <a:xfrm>
            <a:off x="414611" y="1259570"/>
            <a:ext cx="10701623" cy="43672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pt-BR" sz="2400" b="1" dirty="0"/>
              <a:t>PARA GARANTIR A SEGURANÇA DOS OPERADORES E DO PAINEL:</a:t>
            </a:r>
            <a:endParaRPr sz="2400" dirty="0"/>
          </a:p>
          <a:p>
            <a:pPr>
              <a:defRPr/>
            </a:pPr>
            <a:endParaRPr lang="pt-BR" sz="2000" b="1" dirty="0">
              <a:ea typeface="Arial Unicode MS"/>
              <a:cs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ea typeface="+mn-lt"/>
                <a:cs typeface="+mn-lt"/>
              </a:rPr>
              <a:t>Redução do esforço físico dos operadores.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ea typeface="+mn-lt"/>
                <a:cs typeface="+mn-lt"/>
              </a:rPr>
              <a:t>Altura e posição do painel ajustadas de forma ergonômica.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ea typeface="+mn-lt"/>
                <a:cs typeface="+mn-lt"/>
              </a:rPr>
              <a:t>Garras dimensionadas para evitar escorregamento e danos ao painel.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ea typeface="+mn-lt"/>
                <a:cs typeface="+mn-lt"/>
              </a:rPr>
              <a:t>Guias e travas garantem estabilidade durante transporte e inspeção.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ea typeface="+mn-lt"/>
                <a:cs typeface="+mn-lt"/>
              </a:rPr>
              <a:t>Procedimento seguro: do recebimento → transporte → posicionamento.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ea typeface="+mn-lt"/>
                <a:cs typeface="+mn-lt"/>
              </a:rPr>
              <a:t>Eliminação de riscos de esmagamento, queda ou torção do painel.</a:t>
            </a:r>
            <a:endParaRPr lang="pt-BR" sz="20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4ABB240-1D11-4A47-9A19-3C489BB74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035" y="2646091"/>
            <a:ext cx="2980765" cy="29807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Custom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8A047"/>
      </a:accent1>
      <a:accent2>
        <a:srgbClr val="F07C4F"/>
      </a:accent2>
      <a:accent3>
        <a:srgbClr val="F05A59"/>
      </a:accent3>
      <a:accent4>
        <a:srgbClr val="E43E5F"/>
      </a:accent4>
      <a:accent5>
        <a:srgbClr val="E04088"/>
      </a:accent5>
      <a:accent6>
        <a:srgbClr val="E23FA6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ection Break Slide Master">
  <a:themeElements>
    <a:clrScheme name="Custom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8A047"/>
      </a:accent1>
      <a:accent2>
        <a:srgbClr val="F07C4F"/>
      </a:accent2>
      <a:accent3>
        <a:srgbClr val="F05A59"/>
      </a:accent3>
      <a:accent4>
        <a:srgbClr val="E44088"/>
      </a:accent4>
      <a:accent5>
        <a:srgbClr val="E04088"/>
      </a:accent5>
      <a:accent6>
        <a:srgbClr val="E23FA6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60F90E8215DF7408C40BB960B1D8C24" ma:contentTypeVersion="11" ma:contentTypeDescription="Crie um novo documento." ma:contentTypeScope="" ma:versionID="d33a82d83b2d2ed4979a74d0ec9c0812">
  <xsd:schema xmlns:xsd="http://www.w3.org/2001/XMLSchema" xmlns:xs="http://www.w3.org/2001/XMLSchema" xmlns:p="http://schemas.microsoft.com/office/2006/metadata/properties" xmlns:ns2="21ddf61d-3231-43c1-a5c5-f1b565217609" xmlns:ns3="db54d00f-abbd-4c5d-a8df-662c51666f86" targetNamespace="http://schemas.microsoft.com/office/2006/metadata/properties" ma:root="true" ma:fieldsID="95a9287d9200ca01f5954e4c9f674fc8" ns2:_="" ns3:_="">
    <xsd:import namespace="21ddf61d-3231-43c1-a5c5-f1b565217609"/>
    <xsd:import namespace="db54d00f-abbd-4c5d-a8df-662c51666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ddf61d-3231-43c1-a5c5-f1b5652176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54d00f-abbd-4c5d-a8df-662c51666f8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c527f9e-ec4c-4860-8256-0e0c4cb3a020}" ma:internalName="TaxCatchAll" ma:showField="CatchAllData" ma:web="db54d00f-abbd-4c5d-a8df-662c51666f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da11bf5-cd77-4b66-83a4-5d3293538446">
      <Terms xmlns="http://schemas.microsoft.com/office/infopath/2007/PartnerControls"/>
    </lcf76f155ced4ddcb4097134ff3c332f>
    <TaxCatchAll xmlns="37d711b0-2662-427e-9832-b1ec7557e327" xsi:nil="true"/>
  </documentManagement>
</p:properti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da11bf5-cd77-4b66-83a4-5d3293538446">
      <Terms xmlns="http://schemas.microsoft.com/office/infopath/2007/PartnerControls"/>
    </lcf76f155ced4ddcb4097134ff3c332f>
    <TaxCatchAll xmlns="37d711b0-2662-427e-9832-b1ec7557e327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da11bf5-cd77-4b66-83a4-5d3293538446">
      <Terms xmlns="http://schemas.microsoft.com/office/infopath/2007/PartnerControls"/>
    </lcf76f155ced4ddcb4097134ff3c332f>
    <TaxCatchAll xmlns="37d711b0-2662-427e-9832-b1ec7557e327" xsi:nil="true"/>
  </documentManagement>
</p:properties>
</file>

<file path=customXml/item8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da11bf5-cd77-4b66-83a4-5d3293538446">
      <Terms xmlns="http://schemas.microsoft.com/office/infopath/2007/PartnerControls"/>
    </lcf76f155ced4ddcb4097134ff3c332f>
    <TaxCatchAll xmlns="37d711b0-2662-427e-9832-b1ec7557e327" xsi:nil="true"/>
  </documentManagement>
</p:properties>
</file>

<file path=customXml/item9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1ddf61d-3231-43c1-a5c5-f1b565217609">
      <Terms xmlns="http://schemas.microsoft.com/office/infopath/2007/PartnerControls"/>
    </lcf76f155ced4ddcb4097134ff3c332f>
    <TaxCatchAll xmlns="db54d00f-abbd-4c5d-a8df-662c51666f86" xsi:nil="true"/>
  </documentManagement>
</p:properties>
</file>

<file path=customXml/item10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416460-D132-48CF-B4E8-3C159C6B64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ddf61d-3231-43c1-a5c5-f1b565217609"/>
    <ds:schemaRef ds:uri="db54d00f-abbd-4c5d-a8df-662c51666f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15273EC-6602-AE49-9CE6-B4DEEF0775AD}">
  <ds:schemaRefs>
    <ds:schemaRef ds:uri="http://schemas.microsoft.com/office/2006/metadata/properties"/>
    <ds:schemaRef ds:uri="http://www.w3.org/2000/xmlns/"/>
    <ds:schemaRef ds:uri="7da11bf5-cd77-4b66-83a4-5d3293538446"/>
    <ds:schemaRef ds:uri="http://schemas.microsoft.com/office/infopath/2007/PartnerControls"/>
    <ds:schemaRef ds:uri="37d711b0-2662-427e-9832-b1ec7557e327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00CC2ACF-E02C-489F-80B9-257904BDED36}">
  <ds:schemaRefs>
    <ds:schemaRef ds:uri="http://schemas.microsoft.com/office/2006/metadata/properties"/>
    <ds:schemaRef ds:uri="http://www.w3.org/2000/xmlns/"/>
    <ds:schemaRef ds:uri="7da11bf5-cd77-4b66-83a4-5d3293538446"/>
    <ds:schemaRef ds:uri="http://schemas.microsoft.com/office/infopath/2007/PartnerControls"/>
    <ds:schemaRef ds:uri="37d711b0-2662-427e-9832-b1ec7557e327"/>
    <ds:schemaRef ds:uri="http://www.w3.org/2001/XMLSchema-instance"/>
  </ds:schemaRefs>
</ds:datastoreItem>
</file>

<file path=customXml/itemProps4.xml><?xml version="1.0" encoding="utf-8"?>
<ds:datastoreItem xmlns:ds="http://schemas.openxmlformats.org/officeDocument/2006/customXml" ds:itemID="{31BC6B3C-AE35-41D0-963F-8DB67EE3A885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05466769-F82F-8E45-9E9F-3D22AB42DB3E}">
  <ds:schemaRefs>
    <ds:schemaRef ds:uri="http://schemas.microsoft.com/sharepoint/v3/contenttype/forms"/>
  </ds:schemaRefs>
</ds:datastoreItem>
</file>

<file path=customXml/itemProps6.xml><?xml version="1.0" encoding="utf-8"?>
<ds:datastoreItem xmlns:ds="http://schemas.openxmlformats.org/officeDocument/2006/customXml" ds:itemID="{3C7D4C95-813A-4F56-A27C-737186EF4659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1D5BAD1E-7618-40F5-BFD1-FC6538F3BE70}">
  <ds:schemaRefs>
    <ds:schemaRef ds:uri="http://schemas.microsoft.com/office/2006/metadata/properties"/>
    <ds:schemaRef ds:uri="http://www.w3.org/2000/xmlns/"/>
    <ds:schemaRef ds:uri="7da11bf5-cd77-4b66-83a4-5d3293538446"/>
    <ds:schemaRef ds:uri="http://schemas.microsoft.com/office/infopath/2007/PartnerControls"/>
    <ds:schemaRef ds:uri="37d711b0-2662-427e-9832-b1ec7557e327"/>
    <ds:schemaRef ds:uri="http://www.w3.org/2001/XMLSchema-instance"/>
  </ds:schemaRefs>
</ds:datastoreItem>
</file>

<file path=customXml/itemProps8.xml><?xml version="1.0" encoding="utf-8"?>
<ds:datastoreItem xmlns:ds="http://schemas.openxmlformats.org/officeDocument/2006/customXml" ds:itemID="{492A7DAA-9969-4842-8565-54FD0B1A8EE1}">
  <ds:schemaRefs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7da11bf5-cd77-4b66-83a4-5d3293538446"/>
    <ds:schemaRef ds:uri="http://purl.org/dc/dcmitype/"/>
    <ds:schemaRef ds:uri="http://schemas.openxmlformats.org/package/2006/metadata/core-properties"/>
    <ds:schemaRef ds:uri="37d711b0-2662-427e-9832-b1ec7557e327"/>
    <ds:schemaRef ds:uri="http://schemas.microsoft.com/office/2006/metadata/properties"/>
    <ds:schemaRef ds:uri="http://purl.org/dc/terms/"/>
    <ds:schemaRef ds:uri="http://www.w3.org/2001/XMLSchema-instance"/>
  </ds:schemaRefs>
</ds:datastoreItem>
</file>

<file path=customXml/itemProps9.xml><?xml version="1.0" encoding="utf-8"?>
<ds:datastoreItem xmlns:ds="http://schemas.openxmlformats.org/officeDocument/2006/customXml" ds:itemID="{ABB5950F-4257-8741-A31B-52005B97EC1F}">
  <ds:schemaRefs>
    <ds:schemaRef ds:uri="http://schemas.microsoft.com/office/2006/metadata/properties"/>
    <ds:schemaRef ds:uri="http://www.w3.org/2000/xmlns/"/>
    <ds:schemaRef ds:uri="7da11bf5-cd77-4b66-83a4-5d3293538446"/>
    <ds:schemaRef ds:uri="http://schemas.microsoft.com/office/infopath/2007/PartnerControls"/>
    <ds:schemaRef ds:uri="37d711b0-2662-427e-9832-b1ec7557e327"/>
    <ds:schemaRef ds:uri="http://www.w3.org/2001/XMLSchema-instance"/>
    <ds:schemaRef ds:uri="21ddf61d-3231-43c1-a5c5-f1b565217609"/>
    <ds:schemaRef ds:uri="db54d00f-abbd-4c5d-a8df-662c51666f86"/>
  </ds:schemaRefs>
</ds:datastoreItem>
</file>

<file path=customXml/itemProps10.xml><?xml version="1.0" encoding="utf-8"?>
<ds:datastoreItem xmlns:ds="http://schemas.openxmlformats.org/officeDocument/2006/customXml" ds:itemID="{060845B4-C14B-C148-BAD7-56F71B22F2E3}">
  <ds:schemaRefs>
    <ds:schemaRef ds:uri="http://schemas.microsoft.com/sharepoint/v3/contenttype/forms"/>
  </ds:schemaRefs>
</ds:datastoreItem>
</file>

<file path=customXml/itemProps11.xml><?xml version="1.0" encoding="utf-8"?>
<ds:datastoreItem xmlns:ds="http://schemas.openxmlformats.org/officeDocument/2006/customXml" ds:itemID="{45EEE365-1B21-4442-8322-A2C79299445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316</Words>
  <Application>Microsoft Office PowerPoint</Application>
  <PresentationFormat>Widescreen</PresentationFormat>
  <Paragraphs>92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12</vt:i4>
      </vt:variant>
    </vt:vector>
  </HeadingPairs>
  <TitlesOfParts>
    <vt:vector size="20" baseType="lpstr">
      <vt:lpstr>Arial Unicode MS</vt:lpstr>
      <vt:lpstr>Abadi</vt:lpstr>
      <vt:lpstr>Arial</vt:lpstr>
      <vt:lpstr>Arial Black</vt:lpstr>
      <vt:lpstr>Calibri</vt:lpstr>
      <vt:lpstr>Times New Roman</vt:lpstr>
      <vt:lpstr>Contents Slide Master</vt:lpstr>
      <vt:lpstr>Section Break Slide Master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Kattyanne</dc:creator>
  <cp:lastModifiedBy>Sidney</cp:lastModifiedBy>
  <cp:revision>83</cp:revision>
  <dcterms:created xsi:type="dcterms:W3CDTF">2020-01-20T05:08:25Z</dcterms:created>
  <dcterms:modified xsi:type="dcterms:W3CDTF">2025-11-18T22:51:15Z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0x010100C60F90E8215DF7408C40BB960B1D8C24</vt:lpwstr>
  </property>
</Properties>
</file>